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colors2.xml" ContentType="application/vnd.openxmlformats-officedocument.drawingml.diagramColors+xml"/>
  <Default Extension="png" ContentType="image/png"/>
  <Default Extension="svg" ContentType="image/svg+xml"/>
  <Override PartName="/ppt/diagrams/drawing2.xml" ContentType="application/vnd.ms-office.drawingml.diagramDrawin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diagrams/quickStyle2.xml" ContentType="application/vnd.openxmlformats-officedocument.drawingml.diagramStyle+xml"/>
  <Override PartName="/ppt/diagrams/drawing1.xml" ContentType="application/vnd.ms-office.drawingml.diagramDrawing+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layout1.xml" ContentType="application/vnd.openxmlformats-officedocument.drawingml.diagramLayout+xml"/>
  <Override PartName="/ppt/diagrams/data2.xml" ContentType="application/vnd.openxmlformats-officedocument.drawingml.diagramData+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3" r:id="rId2"/>
    <p:sldId id="257" r:id="rId3"/>
    <p:sldId id="258" r:id="rId4"/>
    <p:sldId id="259" r:id="rId5"/>
    <p:sldId id="260" r:id="rId6"/>
    <p:sldId id="266" r:id="rId7"/>
    <p:sldId id="267" r:id="rId8"/>
    <p:sldId id="268" r:id="rId9"/>
    <p:sldId id="264" r:id="rId10"/>
    <p:sldId id="265" r:id="rId11"/>
    <p:sldId id="270" r:id="rId12"/>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29882F-A3FB-4610-89F7-487EB2CEC3AE}" v="366" dt="2025-09-20T16:57:25.708"/>
    <p1510:client id="{4A7F674B-DA4F-4E93-9BA7-2EC00B8B7260}" v="217" dt="2025-09-20T19:50:16.344"/>
    <p1510:client id="{534F4EB8-C182-4CFC-A5A7-F7B877105648}" v="898" dt="2025-09-20T19:29:43.8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9972" autoAdjust="0"/>
    <p:restoredTop sz="94660"/>
  </p:normalViewPr>
  <p:slideViewPr>
    <p:cSldViewPr snapToGrid="0">
      <p:cViewPr varScale="1">
        <p:scale>
          <a:sx n="87" d="100"/>
          <a:sy n="87" d="100"/>
        </p:scale>
        <p:origin x="-302" y="-8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4.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6.png"/></Relationships>
</file>

<file path=ppt/diagrams/_rels/drawing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1.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1.png"/><Relationship Id="rId6" Type="http://schemas.openxmlformats.org/officeDocument/2006/relationships/image" Target="../media/image7.svg"/><Relationship Id="rId5" Type="http://schemas.openxmlformats.org/officeDocument/2006/relationships/image" Target="../media/image61.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2F9C2777-1565-4D46-8ECF-A8AFE36D9130}" type="doc">
      <dgm:prSet loTypeId="urn:microsoft.com/office/officeart/2005/8/layout/vList2" loCatId="list" qsTypeId="urn:microsoft.com/office/officeart/2005/8/quickstyle/simple4" qsCatId="simple" csTypeId="urn:microsoft.com/office/officeart/2005/8/colors/accent3_2" csCatId="accent3" phldr="1"/>
      <dgm:spPr/>
      <dgm:t>
        <a:bodyPr/>
        <a:lstStyle/>
        <a:p>
          <a:endParaRPr lang="en-US"/>
        </a:p>
      </dgm:t>
    </dgm:pt>
    <dgm:pt modelId="{02D465FE-4778-43D9-9815-06A972DCBE7C}">
      <dgm:prSet/>
      <dgm:spPr/>
      <dgm:t>
        <a:bodyPr/>
        <a:lstStyle/>
        <a:p>
          <a:r>
            <a:rPr lang="en-GB" b="1" dirty="0"/>
            <a:t>What is NANO BANANA</a:t>
          </a:r>
          <a:endParaRPr lang="en-US" dirty="0"/>
        </a:p>
      </dgm:t>
    </dgm:pt>
    <dgm:pt modelId="{E0F5FE6A-2F60-4ED5-B9F2-B5F33E88CAEC}" type="parTrans" cxnId="{633BA4CD-9CB8-4354-8AEE-9CA610E5F28C}">
      <dgm:prSet/>
      <dgm:spPr/>
      <dgm:t>
        <a:bodyPr/>
        <a:lstStyle/>
        <a:p>
          <a:endParaRPr lang="en-US"/>
        </a:p>
      </dgm:t>
    </dgm:pt>
    <dgm:pt modelId="{443037F3-0C4C-44F6-A217-973FB46D2356}" type="sibTrans" cxnId="{633BA4CD-9CB8-4354-8AEE-9CA610E5F28C}">
      <dgm:prSet/>
      <dgm:spPr/>
      <dgm:t>
        <a:bodyPr/>
        <a:lstStyle/>
        <a:p>
          <a:endParaRPr lang="en-US"/>
        </a:p>
      </dgm:t>
    </dgm:pt>
    <dgm:pt modelId="{3AAF50F8-73C1-4EC1-B800-A1ADA167C13A}">
      <dgm:prSet/>
      <dgm:spPr/>
      <dgm:t>
        <a:bodyPr/>
        <a:lstStyle/>
        <a:p>
          <a:r>
            <a:rPr lang="en-GB" b="1" dirty="0"/>
            <a:t>Nano Banana real time use case</a:t>
          </a:r>
          <a:endParaRPr lang="en-US" dirty="0"/>
        </a:p>
      </dgm:t>
    </dgm:pt>
    <dgm:pt modelId="{EC67EADE-3023-431D-BBEA-EDD265650325}" type="parTrans" cxnId="{14277D6C-C820-4E43-9191-CA12BAFDCFFA}">
      <dgm:prSet/>
      <dgm:spPr/>
      <dgm:t>
        <a:bodyPr/>
        <a:lstStyle/>
        <a:p>
          <a:endParaRPr lang="en-US"/>
        </a:p>
      </dgm:t>
    </dgm:pt>
    <dgm:pt modelId="{7D9507A2-C5F8-4585-B011-BC1196912492}" type="sibTrans" cxnId="{14277D6C-C820-4E43-9191-CA12BAFDCFFA}">
      <dgm:prSet/>
      <dgm:spPr/>
      <dgm:t>
        <a:bodyPr/>
        <a:lstStyle/>
        <a:p>
          <a:endParaRPr lang="en-US"/>
        </a:p>
      </dgm:t>
    </dgm:pt>
    <dgm:pt modelId="{58E3C707-61FD-4B46-865A-8740954C3E33}">
      <dgm:prSet/>
      <dgm:spPr/>
      <dgm:t>
        <a:bodyPr/>
        <a:lstStyle/>
        <a:p>
          <a:r>
            <a:rPr lang="en-GB" b="1" dirty="0"/>
            <a:t>Live demo about Nano Banana  </a:t>
          </a:r>
          <a:endParaRPr lang="en-US" dirty="0"/>
        </a:p>
      </dgm:t>
    </dgm:pt>
    <dgm:pt modelId="{3DB0B48A-3663-4C36-9C8F-EBD4C7139719}" type="parTrans" cxnId="{C28A5B13-E175-49AE-9035-E4D018F77D8E}">
      <dgm:prSet/>
      <dgm:spPr/>
      <dgm:t>
        <a:bodyPr/>
        <a:lstStyle/>
        <a:p>
          <a:endParaRPr lang="en-US"/>
        </a:p>
      </dgm:t>
    </dgm:pt>
    <dgm:pt modelId="{F5944AD5-EBB2-4BD8-A99B-A38311842262}" type="sibTrans" cxnId="{C28A5B13-E175-49AE-9035-E4D018F77D8E}">
      <dgm:prSet/>
      <dgm:spPr/>
      <dgm:t>
        <a:bodyPr/>
        <a:lstStyle/>
        <a:p>
          <a:endParaRPr lang="en-US"/>
        </a:p>
      </dgm:t>
    </dgm:pt>
    <dgm:pt modelId="{F3019708-AECC-4ECA-9AA6-E50E3141C30A}">
      <dgm:prSet phldr="0"/>
      <dgm:spPr/>
      <dgm:t>
        <a:bodyPr/>
        <a:lstStyle/>
        <a:p>
          <a:pPr rtl="0"/>
          <a:r>
            <a:rPr lang="en-GB" b="1" dirty="0">
              <a:latin typeface="Aptos Display" panose="020F0302020204030204"/>
            </a:rPr>
            <a:t>Nano Banana using Google AI studio </a:t>
          </a:r>
          <a:endParaRPr lang="en-GB" b="1" dirty="0"/>
        </a:p>
      </dgm:t>
    </dgm:pt>
    <dgm:pt modelId="{8AAD5B19-ED0B-41EB-8378-A96C1D3052E7}" type="parTrans" cxnId="{5257AB79-3719-4556-B0EA-9791FE13CFFF}">
      <dgm:prSet/>
      <dgm:spPr/>
      <dgm:t>
        <a:bodyPr/>
        <a:lstStyle/>
        <a:p>
          <a:endParaRPr lang="en-US"/>
        </a:p>
      </dgm:t>
    </dgm:pt>
    <dgm:pt modelId="{55A2A36C-4EE4-443C-B8A9-A226113A1A09}" type="sibTrans" cxnId="{5257AB79-3719-4556-B0EA-9791FE13CFFF}">
      <dgm:prSet/>
      <dgm:spPr/>
      <dgm:t>
        <a:bodyPr/>
        <a:lstStyle/>
        <a:p>
          <a:endParaRPr lang="en-US"/>
        </a:p>
      </dgm:t>
    </dgm:pt>
    <dgm:pt modelId="{CDCD7F17-87F3-4D33-AA83-CC3EA269CCC6}">
      <dgm:prSet/>
      <dgm:spPr/>
      <dgm:t>
        <a:bodyPr/>
        <a:lstStyle/>
        <a:p>
          <a:r>
            <a:rPr lang="en-GB" b="1" dirty="0"/>
            <a:t>Introduction to N8N agent </a:t>
          </a:r>
          <a:endParaRPr lang="en-US" dirty="0"/>
        </a:p>
      </dgm:t>
    </dgm:pt>
    <dgm:pt modelId="{EB453BF1-394A-4C90-B11E-6F0DF577034C}" type="parTrans" cxnId="{522D320D-6CA6-40DB-B7EB-B3A0ACCAE46F}">
      <dgm:prSet/>
      <dgm:spPr/>
      <dgm:t>
        <a:bodyPr/>
        <a:lstStyle/>
        <a:p>
          <a:endParaRPr lang="en-US"/>
        </a:p>
      </dgm:t>
    </dgm:pt>
    <dgm:pt modelId="{7BC3A63F-5964-4E16-8812-191C17E674E7}" type="sibTrans" cxnId="{522D320D-6CA6-40DB-B7EB-B3A0ACCAE46F}">
      <dgm:prSet/>
      <dgm:spPr/>
      <dgm:t>
        <a:bodyPr/>
        <a:lstStyle/>
        <a:p>
          <a:endParaRPr lang="en-US"/>
        </a:p>
      </dgm:t>
    </dgm:pt>
    <dgm:pt modelId="{E7E659D4-062F-45A7-B787-7955402DA3C1}">
      <dgm:prSet/>
      <dgm:spPr/>
      <dgm:t>
        <a:bodyPr/>
        <a:lstStyle/>
        <a:p>
          <a:r>
            <a:rPr lang="en-GB" b="1" dirty="0"/>
            <a:t>Nano banana </a:t>
          </a:r>
          <a:r>
            <a:rPr lang="en-GB" b="1" dirty="0">
              <a:latin typeface="Aptos Display" panose="020F0302020204030204"/>
            </a:rPr>
            <a:t>integration</a:t>
          </a:r>
          <a:r>
            <a:rPr lang="en-GB" b="1" dirty="0"/>
            <a:t> with N8N workflow </a:t>
          </a:r>
          <a:r>
            <a:rPr lang="en-GB" b="1" dirty="0" smtClean="0"/>
            <a:t> &amp; Open Router </a:t>
          </a:r>
          <a:endParaRPr lang="en-US" dirty="0"/>
        </a:p>
      </dgm:t>
    </dgm:pt>
    <dgm:pt modelId="{F24D56FF-3C80-4563-ABA3-286114840F01}" type="parTrans" cxnId="{17F33F77-6CA7-4448-A79F-781050DAD8DE}">
      <dgm:prSet/>
      <dgm:spPr/>
      <dgm:t>
        <a:bodyPr/>
        <a:lstStyle/>
        <a:p>
          <a:endParaRPr lang="en-US"/>
        </a:p>
      </dgm:t>
    </dgm:pt>
    <dgm:pt modelId="{96394355-E045-4918-95C2-428BC0148ED7}" type="sibTrans" cxnId="{17F33F77-6CA7-4448-A79F-781050DAD8DE}">
      <dgm:prSet/>
      <dgm:spPr/>
      <dgm:t>
        <a:bodyPr/>
        <a:lstStyle/>
        <a:p>
          <a:endParaRPr lang="en-US"/>
        </a:p>
      </dgm:t>
    </dgm:pt>
    <dgm:pt modelId="{BA86C01F-F205-4985-A424-17B0065DB54A}">
      <dgm:prSet/>
      <dgm:spPr/>
      <dgm:t>
        <a:bodyPr/>
        <a:lstStyle/>
        <a:p>
          <a:r>
            <a:rPr lang="en-GB" b="1" dirty="0"/>
            <a:t>Previous </a:t>
          </a:r>
          <a:r>
            <a:rPr lang="en-GB" b="1" dirty="0">
              <a:latin typeface="Aptos Display" panose="020F0302020204030204"/>
            </a:rPr>
            <a:t>YouTube</a:t>
          </a:r>
          <a:r>
            <a:rPr lang="en-GB" b="1" dirty="0"/>
            <a:t> link about AGENTIC AI </a:t>
          </a:r>
          <a:endParaRPr lang="en-US" dirty="0"/>
        </a:p>
      </dgm:t>
    </dgm:pt>
    <dgm:pt modelId="{28B45FBD-7A26-4A31-B219-435808B649AE}" type="parTrans" cxnId="{64B34C95-9979-41BF-B628-889C5485594A}">
      <dgm:prSet/>
      <dgm:spPr/>
      <dgm:t>
        <a:bodyPr/>
        <a:lstStyle/>
        <a:p>
          <a:endParaRPr lang="en-US"/>
        </a:p>
      </dgm:t>
    </dgm:pt>
    <dgm:pt modelId="{E93AF94E-8126-4544-982B-E56D57C7D29B}" type="sibTrans" cxnId="{64B34C95-9979-41BF-B628-889C5485594A}">
      <dgm:prSet/>
      <dgm:spPr/>
      <dgm:t>
        <a:bodyPr/>
        <a:lstStyle/>
        <a:p>
          <a:endParaRPr lang="en-US"/>
        </a:p>
      </dgm:t>
    </dgm:pt>
    <dgm:pt modelId="{8F0F4970-EC0C-4360-863F-3769289DDAE0}">
      <dgm:prSet/>
      <dgm:spPr/>
      <dgm:t>
        <a:bodyPr/>
        <a:lstStyle/>
        <a:p>
          <a:r>
            <a:rPr lang="en-GB" b="1" dirty="0"/>
            <a:t>Q &amp; A</a:t>
          </a:r>
          <a:endParaRPr lang="en-US" dirty="0"/>
        </a:p>
      </dgm:t>
    </dgm:pt>
    <dgm:pt modelId="{C38B0E19-659D-4B9B-AA3B-62BB504423C2}" type="parTrans" cxnId="{1F52E0A5-3F4A-49AF-B126-F15DFFC3EEAE}">
      <dgm:prSet/>
      <dgm:spPr/>
      <dgm:t>
        <a:bodyPr/>
        <a:lstStyle/>
        <a:p>
          <a:endParaRPr lang="en-US"/>
        </a:p>
      </dgm:t>
    </dgm:pt>
    <dgm:pt modelId="{F81A3276-A0DC-4368-85E8-779F530A9D0D}" type="sibTrans" cxnId="{1F52E0A5-3F4A-49AF-B126-F15DFFC3EEAE}">
      <dgm:prSet/>
      <dgm:spPr/>
      <dgm:t>
        <a:bodyPr/>
        <a:lstStyle/>
        <a:p>
          <a:endParaRPr lang="en-US"/>
        </a:p>
      </dgm:t>
    </dgm:pt>
    <dgm:pt modelId="{F50E31B2-123A-429C-A6C2-B4DA7C1B6AD5}" type="pres">
      <dgm:prSet presAssocID="{2F9C2777-1565-4D46-8ECF-A8AFE36D9130}" presName="linear" presStyleCnt="0">
        <dgm:presLayoutVars>
          <dgm:animLvl val="lvl"/>
          <dgm:resizeHandles val="exact"/>
        </dgm:presLayoutVars>
      </dgm:prSet>
      <dgm:spPr/>
      <dgm:t>
        <a:bodyPr/>
        <a:lstStyle/>
        <a:p>
          <a:endParaRPr lang="en-US"/>
        </a:p>
      </dgm:t>
    </dgm:pt>
    <dgm:pt modelId="{67681263-AA90-437B-AC38-53EF409ADDE3}" type="pres">
      <dgm:prSet presAssocID="{02D465FE-4778-43D9-9815-06A972DCBE7C}" presName="parentText" presStyleLbl="node1" presStyleIdx="0" presStyleCnt="8">
        <dgm:presLayoutVars>
          <dgm:chMax val="0"/>
          <dgm:bulletEnabled val="1"/>
        </dgm:presLayoutVars>
      </dgm:prSet>
      <dgm:spPr/>
      <dgm:t>
        <a:bodyPr/>
        <a:lstStyle/>
        <a:p>
          <a:endParaRPr lang="en-US"/>
        </a:p>
      </dgm:t>
    </dgm:pt>
    <dgm:pt modelId="{930A86C3-CC1E-4EAB-8EB6-AD5D6AF1C188}" type="pres">
      <dgm:prSet presAssocID="{443037F3-0C4C-44F6-A217-973FB46D2356}" presName="spacer" presStyleCnt="0"/>
      <dgm:spPr/>
    </dgm:pt>
    <dgm:pt modelId="{970C7CD8-5890-42F1-A235-0698E3F28B57}" type="pres">
      <dgm:prSet presAssocID="{3AAF50F8-73C1-4EC1-B800-A1ADA167C13A}" presName="parentText" presStyleLbl="node1" presStyleIdx="1" presStyleCnt="8">
        <dgm:presLayoutVars>
          <dgm:chMax val="0"/>
          <dgm:bulletEnabled val="1"/>
        </dgm:presLayoutVars>
      </dgm:prSet>
      <dgm:spPr/>
      <dgm:t>
        <a:bodyPr/>
        <a:lstStyle/>
        <a:p>
          <a:endParaRPr lang="en-US"/>
        </a:p>
      </dgm:t>
    </dgm:pt>
    <dgm:pt modelId="{B26EAF97-D0D3-42A7-BF97-5AAE2D87B5D3}" type="pres">
      <dgm:prSet presAssocID="{7D9507A2-C5F8-4585-B011-BC1196912492}" presName="spacer" presStyleCnt="0"/>
      <dgm:spPr/>
    </dgm:pt>
    <dgm:pt modelId="{EBF76246-EF17-4AF9-B2E1-C7036FA4A8C3}" type="pres">
      <dgm:prSet presAssocID="{58E3C707-61FD-4B46-865A-8740954C3E33}" presName="parentText" presStyleLbl="node1" presStyleIdx="2" presStyleCnt="8">
        <dgm:presLayoutVars>
          <dgm:chMax val="0"/>
          <dgm:bulletEnabled val="1"/>
        </dgm:presLayoutVars>
      </dgm:prSet>
      <dgm:spPr/>
      <dgm:t>
        <a:bodyPr/>
        <a:lstStyle/>
        <a:p>
          <a:endParaRPr lang="en-US"/>
        </a:p>
      </dgm:t>
    </dgm:pt>
    <dgm:pt modelId="{09004AFB-7E61-417A-AD70-05DBD49640BD}" type="pres">
      <dgm:prSet presAssocID="{F5944AD5-EBB2-4BD8-A99B-A38311842262}" presName="spacer" presStyleCnt="0"/>
      <dgm:spPr/>
    </dgm:pt>
    <dgm:pt modelId="{B53629C4-6EA3-4F34-AA1F-B36F7374BCF8}" type="pres">
      <dgm:prSet presAssocID="{F3019708-AECC-4ECA-9AA6-E50E3141C30A}" presName="parentText" presStyleLbl="node1" presStyleIdx="3" presStyleCnt="8">
        <dgm:presLayoutVars>
          <dgm:chMax val="0"/>
          <dgm:bulletEnabled val="1"/>
        </dgm:presLayoutVars>
      </dgm:prSet>
      <dgm:spPr/>
      <dgm:t>
        <a:bodyPr/>
        <a:lstStyle/>
        <a:p>
          <a:endParaRPr lang="en-US"/>
        </a:p>
      </dgm:t>
    </dgm:pt>
    <dgm:pt modelId="{E5B19935-B0EA-414F-B02B-42BB6E9DB741}" type="pres">
      <dgm:prSet presAssocID="{55A2A36C-4EE4-443C-B8A9-A226113A1A09}" presName="spacer" presStyleCnt="0"/>
      <dgm:spPr/>
    </dgm:pt>
    <dgm:pt modelId="{24777B38-20A9-4924-929F-AE15167D68FF}" type="pres">
      <dgm:prSet presAssocID="{CDCD7F17-87F3-4D33-AA83-CC3EA269CCC6}" presName="parentText" presStyleLbl="node1" presStyleIdx="4" presStyleCnt="8">
        <dgm:presLayoutVars>
          <dgm:chMax val="0"/>
          <dgm:bulletEnabled val="1"/>
        </dgm:presLayoutVars>
      </dgm:prSet>
      <dgm:spPr/>
      <dgm:t>
        <a:bodyPr/>
        <a:lstStyle/>
        <a:p>
          <a:endParaRPr lang="en-US"/>
        </a:p>
      </dgm:t>
    </dgm:pt>
    <dgm:pt modelId="{A5E5CBEC-0076-44B9-B11C-68E778658518}" type="pres">
      <dgm:prSet presAssocID="{7BC3A63F-5964-4E16-8812-191C17E674E7}" presName="spacer" presStyleCnt="0"/>
      <dgm:spPr/>
    </dgm:pt>
    <dgm:pt modelId="{D591F0A3-786A-4B27-9F5A-A26032FD6FC8}" type="pres">
      <dgm:prSet presAssocID="{E7E659D4-062F-45A7-B787-7955402DA3C1}" presName="parentText" presStyleLbl="node1" presStyleIdx="5" presStyleCnt="8">
        <dgm:presLayoutVars>
          <dgm:chMax val="0"/>
          <dgm:bulletEnabled val="1"/>
        </dgm:presLayoutVars>
      </dgm:prSet>
      <dgm:spPr/>
      <dgm:t>
        <a:bodyPr/>
        <a:lstStyle/>
        <a:p>
          <a:endParaRPr lang="en-US"/>
        </a:p>
      </dgm:t>
    </dgm:pt>
    <dgm:pt modelId="{B21DC9B8-55DD-4989-8E9F-30EE6B42752A}" type="pres">
      <dgm:prSet presAssocID="{96394355-E045-4918-95C2-428BC0148ED7}" presName="spacer" presStyleCnt="0"/>
      <dgm:spPr/>
    </dgm:pt>
    <dgm:pt modelId="{53BD3AF6-768E-4A38-8DA0-CBE927C9455A}" type="pres">
      <dgm:prSet presAssocID="{BA86C01F-F205-4985-A424-17B0065DB54A}" presName="parentText" presStyleLbl="node1" presStyleIdx="6" presStyleCnt="8">
        <dgm:presLayoutVars>
          <dgm:chMax val="0"/>
          <dgm:bulletEnabled val="1"/>
        </dgm:presLayoutVars>
      </dgm:prSet>
      <dgm:spPr/>
      <dgm:t>
        <a:bodyPr/>
        <a:lstStyle/>
        <a:p>
          <a:endParaRPr lang="en-US"/>
        </a:p>
      </dgm:t>
    </dgm:pt>
    <dgm:pt modelId="{3E46423E-C587-407E-B601-DE907F3B91C2}" type="pres">
      <dgm:prSet presAssocID="{E93AF94E-8126-4544-982B-E56D57C7D29B}" presName="spacer" presStyleCnt="0"/>
      <dgm:spPr/>
    </dgm:pt>
    <dgm:pt modelId="{84604947-B5F7-4B77-8A31-566EAE60D61A}" type="pres">
      <dgm:prSet presAssocID="{8F0F4970-EC0C-4360-863F-3769289DDAE0}" presName="parentText" presStyleLbl="node1" presStyleIdx="7" presStyleCnt="8">
        <dgm:presLayoutVars>
          <dgm:chMax val="0"/>
          <dgm:bulletEnabled val="1"/>
        </dgm:presLayoutVars>
      </dgm:prSet>
      <dgm:spPr/>
      <dgm:t>
        <a:bodyPr/>
        <a:lstStyle/>
        <a:p>
          <a:endParaRPr lang="en-US"/>
        </a:p>
      </dgm:t>
    </dgm:pt>
  </dgm:ptLst>
  <dgm:cxnLst>
    <dgm:cxn modelId="{3133D3F7-5ACB-431B-A36D-6F674CC54306}" type="presOf" srcId="{02D465FE-4778-43D9-9815-06A972DCBE7C}" destId="{67681263-AA90-437B-AC38-53EF409ADDE3}" srcOrd="0" destOrd="0" presId="urn:microsoft.com/office/officeart/2005/8/layout/vList2"/>
    <dgm:cxn modelId="{14277D6C-C820-4E43-9191-CA12BAFDCFFA}" srcId="{2F9C2777-1565-4D46-8ECF-A8AFE36D9130}" destId="{3AAF50F8-73C1-4EC1-B800-A1ADA167C13A}" srcOrd="1" destOrd="0" parTransId="{EC67EADE-3023-431D-BBEA-EDD265650325}" sibTransId="{7D9507A2-C5F8-4585-B011-BC1196912492}"/>
    <dgm:cxn modelId="{522D320D-6CA6-40DB-B7EB-B3A0ACCAE46F}" srcId="{2F9C2777-1565-4D46-8ECF-A8AFE36D9130}" destId="{CDCD7F17-87F3-4D33-AA83-CC3EA269CCC6}" srcOrd="4" destOrd="0" parTransId="{EB453BF1-394A-4C90-B11E-6F0DF577034C}" sibTransId="{7BC3A63F-5964-4E16-8812-191C17E674E7}"/>
    <dgm:cxn modelId="{78309E2B-49E9-444F-A3B8-44AB06C25777}" type="presOf" srcId="{3AAF50F8-73C1-4EC1-B800-A1ADA167C13A}" destId="{970C7CD8-5890-42F1-A235-0698E3F28B57}" srcOrd="0" destOrd="0" presId="urn:microsoft.com/office/officeart/2005/8/layout/vList2"/>
    <dgm:cxn modelId="{FE835C63-B6E6-48FA-92D2-2FBA18C2FA5C}" type="presOf" srcId="{CDCD7F17-87F3-4D33-AA83-CC3EA269CCC6}" destId="{24777B38-20A9-4924-929F-AE15167D68FF}" srcOrd="0" destOrd="0" presId="urn:microsoft.com/office/officeart/2005/8/layout/vList2"/>
    <dgm:cxn modelId="{002D3CFC-0BD0-4268-8EEC-186FCC03CB85}" type="presOf" srcId="{F3019708-AECC-4ECA-9AA6-E50E3141C30A}" destId="{B53629C4-6EA3-4F34-AA1F-B36F7374BCF8}" srcOrd="0" destOrd="0" presId="urn:microsoft.com/office/officeart/2005/8/layout/vList2"/>
    <dgm:cxn modelId="{633BA4CD-9CB8-4354-8AEE-9CA610E5F28C}" srcId="{2F9C2777-1565-4D46-8ECF-A8AFE36D9130}" destId="{02D465FE-4778-43D9-9815-06A972DCBE7C}" srcOrd="0" destOrd="0" parTransId="{E0F5FE6A-2F60-4ED5-B9F2-B5F33E88CAEC}" sibTransId="{443037F3-0C4C-44F6-A217-973FB46D2356}"/>
    <dgm:cxn modelId="{10C3958E-D155-4375-8647-5D88FC60CB85}" type="presOf" srcId="{BA86C01F-F205-4985-A424-17B0065DB54A}" destId="{53BD3AF6-768E-4A38-8DA0-CBE927C9455A}" srcOrd="0" destOrd="0" presId="urn:microsoft.com/office/officeart/2005/8/layout/vList2"/>
    <dgm:cxn modelId="{6953E206-B4BF-41E2-8B99-7F2D542AE685}" type="presOf" srcId="{2F9C2777-1565-4D46-8ECF-A8AFE36D9130}" destId="{F50E31B2-123A-429C-A6C2-B4DA7C1B6AD5}" srcOrd="0" destOrd="0" presId="urn:microsoft.com/office/officeart/2005/8/layout/vList2"/>
    <dgm:cxn modelId="{DFD808A2-9A84-4521-96E0-91CEDF0BF045}" type="presOf" srcId="{E7E659D4-062F-45A7-B787-7955402DA3C1}" destId="{D591F0A3-786A-4B27-9F5A-A26032FD6FC8}" srcOrd="0" destOrd="0" presId="urn:microsoft.com/office/officeart/2005/8/layout/vList2"/>
    <dgm:cxn modelId="{1F52E0A5-3F4A-49AF-B126-F15DFFC3EEAE}" srcId="{2F9C2777-1565-4D46-8ECF-A8AFE36D9130}" destId="{8F0F4970-EC0C-4360-863F-3769289DDAE0}" srcOrd="7" destOrd="0" parTransId="{C38B0E19-659D-4B9B-AA3B-62BB504423C2}" sibTransId="{F81A3276-A0DC-4368-85E8-779F530A9D0D}"/>
    <dgm:cxn modelId="{64B34C95-9979-41BF-B628-889C5485594A}" srcId="{2F9C2777-1565-4D46-8ECF-A8AFE36D9130}" destId="{BA86C01F-F205-4985-A424-17B0065DB54A}" srcOrd="6" destOrd="0" parTransId="{28B45FBD-7A26-4A31-B219-435808B649AE}" sibTransId="{E93AF94E-8126-4544-982B-E56D57C7D29B}"/>
    <dgm:cxn modelId="{EACDE96E-05DC-43C8-BE90-45FC3615CE09}" type="presOf" srcId="{8F0F4970-EC0C-4360-863F-3769289DDAE0}" destId="{84604947-B5F7-4B77-8A31-566EAE60D61A}" srcOrd="0" destOrd="0" presId="urn:microsoft.com/office/officeart/2005/8/layout/vList2"/>
    <dgm:cxn modelId="{7792D538-128E-4A7E-B49A-103C3E98C50A}" type="presOf" srcId="{58E3C707-61FD-4B46-865A-8740954C3E33}" destId="{EBF76246-EF17-4AF9-B2E1-C7036FA4A8C3}" srcOrd="0" destOrd="0" presId="urn:microsoft.com/office/officeart/2005/8/layout/vList2"/>
    <dgm:cxn modelId="{5257AB79-3719-4556-B0EA-9791FE13CFFF}" srcId="{2F9C2777-1565-4D46-8ECF-A8AFE36D9130}" destId="{F3019708-AECC-4ECA-9AA6-E50E3141C30A}" srcOrd="3" destOrd="0" parTransId="{8AAD5B19-ED0B-41EB-8378-A96C1D3052E7}" sibTransId="{55A2A36C-4EE4-443C-B8A9-A226113A1A09}"/>
    <dgm:cxn modelId="{17F33F77-6CA7-4448-A79F-781050DAD8DE}" srcId="{2F9C2777-1565-4D46-8ECF-A8AFE36D9130}" destId="{E7E659D4-062F-45A7-B787-7955402DA3C1}" srcOrd="5" destOrd="0" parTransId="{F24D56FF-3C80-4563-ABA3-286114840F01}" sibTransId="{96394355-E045-4918-95C2-428BC0148ED7}"/>
    <dgm:cxn modelId="{C28A5B13-E175-49AE-9035-E4D018F77D8E}" srcId="{2F9C2777-1565-4D46-8ECF-A8AFE36D9130}" destId="{58E3C707-61FD-4B46-865A-8740954C3E33}" srcOrd="2" destOrd="0" parTransId="{3DB0B48A-3663-4C36-9C8F-EBD4C7139719}" sibTransId="{F5944AD5-EBB2-4BD8-A99B-A38311842262}"/>
    <dgm:cxn modelId="{1D6BFACE-343A-4915-981B-8A50D5BE72FD}" type="presParOf" srcId="{F50E31B2-123A-429C-A6C2-B4DA7C1B6AD5}" destId="{67681263-AA90-437B-AC38-53EF409ADDE3}" srcOrd="0" destOrd="0" presId="urn:microsoft.com/office/officeart/2005/8/layout/vList2"/>
    <dgm:cxn modelId="{25EE1E65-DA62-4A19-A587-33418870AFD0}" type="presParOf" srcId="{F50E31B2-123A-429C-A6C2-B4DA7C1B6AD5}" destId="{930A86C3-CC1E-4EAB-8EB6-AD5D6AF1C188}" srcOrd="1" destOrd="0" presId="urn:microsoft.com/office/officeart/2005/8/layout/vList2"/>
    <dgm:cxn modelId="{5EEB146A-0895-4167-A261-A3DCFE9A4E1C}" type="presParOf" srcId="{F50E31B2-123A-429C-A6C2-B4DA7C1B6AD5}" destId="{970C7CD8-5890-42F1-A235-0698E3F28B57}" srcOrd="2" destOrd="0" presId="urn:microsoft.com/office/officeart/2005/8/layout/vList2"/>
    <dgm:cxn modelId="{43EE4C49-E4ED-43BD-B816-1BAA17215393}" type="presParOf" srcId="{F50E31B2-123A-429C-A6C2-B4DA7C1B6AD5}" destId="{B26EAF97-D0D3-42A7-BF97-5AAE2D87B5D3}" srcOrd="3" destOrd="0" presId="urn:microsoft.com/office/officeart/2005/8/layout/vList2"/>
    <dgm:cxn modelId="{24DE46C7-DDB2-4454-B869-2E94784AE7C9}" type="presParOf" srcId="{F50E31B2-123A-429C-A6C2-B4DA7C1B6AD5}" destId="{EBF76246-EF17-4AF9-B2E1-C7036FA4A8C3}" srcOrd="4" destOrd="0" presId="urn:microsoft.com/office/officeart/2005/8/layout/vList2"/>
    <dgm:cxn modelId="{4E4E49F7-1B95-4579-9FF2-C0C6AE482F5F}" type="presParOf" srcId="{F50E31B2-123A-429C-A6C2-B4DA7C1B6AD5}" destId="{09004AFB-7E61-417A-AD70-05DBD49640BD}" srcOrd="5" destOrd="0" presId="urn:microsoft.com/office/officeart/2005/8/layout/vList2"/>
    <dgm:cxn modelId="{9F6E7F66-B19C-4B1F-9F73-1028D18EEFB8}" type="presParOf" srcId="{F50E31B2-123A-429C-A6C2-B4DA7C1B6AD5}" destId="{B53629C4-6EA3-4F34-AA1F-B36F7374BCF8}" srcOrd="6" destOrd="0" presId="urn:microsoft.com/office/officeart/2005/8/layout/vList2"/>
    <dgm:cxn modelId="{ECCDE7AE-69ED-491C-95B6-C522F40BE4D3}" type="presParOf" srcId="{F50E31B2-123A-429C-A6C2-B4DA7C1B6AD5}" destId="{E5B19935-B0EA-414F-B02B-42BB6E9DB741}" srcOrd="7" destOrd="0" presId="urn:microsoft.com/office/officeart/2005/8/layout/vList2"/>
    <dgm:cxn modelId="{5CB0B0F1-EA02-4B50-9023-8C7CFE34F8AA}" type="presParOf" srcId="{F50E31B2-123A-429C-A6C2-B4DA7C1B6AD5}" destId="{24777B38-20A9-4924-929F-AE15167D68FF}" srcOrd="8" destOrd="0" presId="urn:microsoft.com/office/officeart/2005/8/layout/vList2"/>
    <dgm:cxn modelId="{CCD4C7ED-667B-4F80-867D-AAB61891FF1E}" type="presParOf" srcId="{F50E31B2-123A-429C-A6C2-B4DA7C1B6AD5}" destId="{A5E5CBEC-0076-44B9-B11C-68E778658518}" srcOrd="9" destOrd="0" presId="urn:microsoft.com/office/officeart/2005/8/layout/vList2"/>
    <dgm:cxn modelId="{C2D19A6D-0AEC-44E1-9C36-8FEDB85810B0}" type="presParOf" srcId="{F50E31B2-123A-429C-A6C2-B4DA7C1B6AD5}" destId="{D591F0A3-786A-4B27-9F5A-A26032FD6FC8}" srcOrd="10" destOrd="0" presId="urn:microsoft.com/office/officeart/2005/8/layout/vList2"/>
    <dgm:cxn modelId="{DD2573A7-710D-4212-96C3-1AE3AF7849EC}" type="presParOf" srcId="{F50E31B2-123A-429C-A6C2-B4DA7C1B6AD5}" destId="{B21DC9B8-55DD-4989-8E9F-30EE6B42752A}" srcOrd="11" destOrd="0" presId="urn:microsoft.com/office/officeart/2005/8/layout/vList2"/>
    <dgm:cxn modelId="{9E68D978-5D06-472B-8B89-690310639711}" type="presParOf" srcId="{F50E31B2-123A-429C-A6C2-B4DA7C1B6AD5}" destId="{53BD3AF6-768E-4A38-8DA0-CBE927C9455A}" srcOrd="12" destOrd="0" presId="urn:microsoft.com/office/officeart/2005/8/layout/vList2"/>
    <dgm:cxn modelId="{4EC3DF05-D974-48B9-957A-E42FCBA54DD9}" type="presParOf" srcId="{F50E31B2-123A-429C-A6C2-B4DA7C1B6AD5}" destId="{3E46423E-C587-407E-B601-DE907F3B91C2}" srcOrd="13" destOrd="0" presId="urn:microsoft.com/office/officeart/2005/8/layout/vList2"/>
    <dgm:cxn modelId="{339DB50B-858F-45A3-9DEA-F7213ACF042D}" type="presParOf" srcId="{F50E31B2-123A-429C-A6C2-B4DA7C1B6AD5}" destId="{84604947-B5F7-4B77-8A31-566EAE60D61A}" srcOrd="14" destOrd="0" presId="urn:microsoft.com/office/officeart/2005/8/layout/vList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86A17F6-FD66-46E2-A038-14AF113B775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D9381241-7C54-44F2-BC88-A27D203775B9}">
      <dgm:prSet custT="1"/>
      <dgm:spPr/>
      <dgm:t>
        <a:bodyPr/>
        <a:lstStyle/>
        <a:p>
          <a:pPr>
            <a:lnSpc>
              <a:spcPct val="100000"/>
            </a:lnSpc>
          </a:pPr>
          <a:r>
            <a:rPr lang="en-GB" sz="2000" b="1" dirty="0"/>
            <a:t>Google's Nano Banana is an advanced AI image editing model introduced as part of the Gemini 2.5 Flash Image suite by Google DeepMind. Launched in August 2025.</a:t>
          </a:r>
          <a:endParaRPr lang="en-US" sz="2000" dirty="0"/>
        </a:p>
      </dgm:t>
    </dgm:pt>
    <dgm:pt modelId="{FC33B64F-2EA8-4DAB-9BDD-0D7D69B91B83}" type="parTrans" cxnId="{B67624A7-DDA0-4A86-AEE2-60A2BAE5C5F9}">
      <dgm:prSet/>
      <dgm:spPr/>
      <dgm:t>
        <a:bodyPr/>
        <a:lstStyle/>
        <a:p>
          <a:endParaRPr lang="en-US"/>
        </a:p>
      </dgm:t>
    </dgm:pt>
    <dgm:pt modelId="{FD917248-92CE-4558-9853-B9BB4B29D80C}" type="sibTrans" cxnId="{B67624A7-DDA0-4A86-AEE2-60A2BAE5C5F9}">
      <dgm:prSet/>
      <dgm:spPr/>
      <dgm:t>
        <a:bodyPr/>
        <a:lstStyle/>
        <a:p>
          <a:endParaRPr lang="en-US"/>
        </a:p>
      </dgm:t>
    </dgm:pt>
    <dgm:pt modelId="{666BA179-930E-4C71-A54C-8F2A88EB1086}">
      <dgm:prSet/>
      <dgm:spPr/>
      <dgm:t>
        <a:bodyPr/>
        <a:lstStyle/>
        <a:p>
          <a:pPr>
            <a:lnSpc>
              <a:spcPct val="100000"/>
            </a:lnSpc>
          </a:pPr>
          <a:r>
            <a:rPr lang="en-GB" sz="2000" b="1" dirty="0"/>
            <a:t>Edit Images with Text</a:t>
          </a:r>
          <a:r>
            <a:rPr lang="en-GB" sz="2000" dirty="0"/>
            <a:t>: Modify photos by describing changes in natural language. For instance, you can prompt it to "turn this selfie into a cinematic studio portrait" or "add a soft shadow underneath the shoes."</a:t>
          </a:r>
          <a:endParaRPr lang="en-US" sz="2000" dirty="0"/>
        </a:p>
      </dgm:t>
    </dgm:pt>
    <dgm:pt modelId="{DD0595E3-806A-4415-84A5-E08BBB6B1C53}" type="parTrans" cxnId="{C357AA18-8E61-4E6A-8A7A-0271160BE4F7}">
      <dgm:prSet/>
      <dgm:spPr/>
      <dgm:t>
        <a:bodyPr/>
        <a:lstStyle/>
        <a:p>
          <a:endParaRPr lang="en-US"/>
        </a:p>
      </dgm:t>
    </dgm:pt>
    <dgm:pt modelId="{70A9589F-EA66-42E9-8F17-ABAC2B4C3B24}" type="sibTrans" cxnId="{C357AA18-8E61-4E6A-8A7A-0271160BE4F7}">
      <dgm:prSet/>
      <dgm:spPr/>
      <dgm:t>
        <a:bodyPr/>
        <a:lstStyle/>
        <a:p>
          <a:endParaRPr lang="en-US"/>
        </a:p>
      </dgm:t>
    </dgm:pt>
    <dgm:pt modelId="{3B131C85-67F2-4445-A413-9D5D8DE0AAA1}">
      <dgm:prSet/>
      <dgm:spPr/>
      <dgm:t>
        <a:bodyPr/>
        <a:lstStyle/>
        <a:p>
          <a:pPr>
            <a:lnSpc>
              <a:spcPct val="100000"/>
            </a:lnSpc>
          </a:pPr>
          <a:r>
            <a:rPr lang="en-GB" sz="2000" b="1" dirty="0"/>
            <a:t>Maintain Character Consistency</a:t>
          </a:r>
          <a:r>
            <a:rPr lang="en-GB" sz="2000" dirty="0"/>
            <a:t>: Ensure that subjects remain consistent across different poses, lighting, and environments, preserving their likeness in various edits.</a:t>
          </a:r>
          <a:endParaRPr lang="en-US" sz="2000" dirty="0"/>
        </a:p>
      </dgm:t>
    </dgm:pt>
    <dgm:pt modelId="{1EF689E0-4045-42AB-9164-32359ADD300F}" type="parTrans" cxnId="{35FD2F0C-24B0-48C0-BE03-F1962EA56CC7}">
      <dgm:prSet/>
      <dgm:spPr/>
      <dgm:t>
        <a:bodyPr/>
        <a:lstStyle/>
        <a:p>
          <a:endParaRPr lang="en-US"/>
        </a:p>
      </dgm:t>
    </dgm:pt>
    <dgm:pt modelId="{60336402-2FD0-414D-846D-D7EDC68DAA6E}" type="sibTrans" cxnId="{35FD2F0C-24B0-48C0-BE03-F1962EA56CC7}">
      <dgm:prSet/>
      <dgm:spPr/>
      <dgm:t>
        <a:bodyPr/>
        <a:lstStyle/>
        <a:p>
          <a:endParaRPr lang="en-US"/>
        </a:p>
      </dgm:t>
    </dgm:pt>
    <dgm:pt modelId="{78E7BE43-F768-4DAA-87E1-F2E7FA933A23}">
      <dgm:prSet/>
      <dgm:spPr/>
      <dgm:t>
        <a:bodyPr/>
        <a:lstStyle/>
        <a:p>
          <a:pPr>
            <a:lnSpc>
              <a:spcPct val="100000"/>
            </a:lnSpc>
          </a:pPr>
          <a:r>
            <a:rPr lang="en-GB" sz="2000" b="1" dirty="0"/>
            <a:t>Blend Multiple Images</a:t>
          </a:r>
          <a:r>
            <a:rPr lang="en-GB" sz="2000" dirty="0"/>
            <a:t>: Combine elements from different photos to create unique, unified compositions.</a:t>
          </a:r>
          <a:endParaRPr lang="en-US" sz="2000" dirty="0"/>
        </a:p>
      </dgm:t>
    </dgm:pt>
    <dgm:pt modelId="{A0EEB0E5-2C45-43E3-B934-3CE95FA19E7B}" type="parTrans" cxnId="{91222075-9AAD-430E-8BD5-172EAA7C6204}">
      <dgm:prSet/>
      <dgm:spPr/>
      <dgm:t>
        <a:bodyPr/>
        <a:lstStyle/>
        <a:p>
          <a:endParaRPr lang="en-US"/>
        </a:p>
      </dgm:t>
    </dgm:pt>
    <dgm:pt modelId="{56E94649-4EF4-4542-B13B-303B88B7AB4F}" type="sibTrans" cxnId="{91222075-9AAD-430E-8BD5-172EAA7C6204}">
      <dgm:prSet/>
      <dgm:spPr/>
      <dgm:t>
        <a:bodyPr/>
        <a:lstStyle/>
        <a:p>
          <a:endParaRPr lang="en-US"/>
        </a:p>
      </dgm:t>
    </dgm:pt>
    <dgm:pt modelId="{7146A196-D2AE-448F-96E6-AD4DC69F36FD}">
      <dgm:prSet/>
      <dgm:spPr/>
      <dgm:t>
        <a:bodyPr/>
        <a:lstStyle/>
        <a:p>
          <a:pPr>
            <a:lnSpc>
              <a:spcPct val="100000"/>
            </a:lnSpc>
          </a:pPr>
          <a:r>
            <a:rPr lang="en-GB" sz="2000" b="1" dirty="0"/>
            <a:t>Real-World Reasoning</a:t>
          </a:r>
          <a:r>
            <a:rPr lang="en-GB" sz="2000" dirty="0"/>
            <a:t>: Apply real-world logic to edits, such as adjusting lighting or shadows to match the scene's context.</a:t>
          </a:r>
          <a:endParaRPr lang="en-US" sz="2000" dirty="0"/>
        </a:p>
      </dgm:t>
    </dgm:pt>
    <dgm:pt modelId="{F841DE0C-C6F6-4EC8-AD0E-5B8E8E0D7592}" type="parTrans" cxnId="{23E3CA05-12B4-44FD-BE36-4300CFBB1E2F}">
      <dgm:prSet/>
      <dgm:spPr/>
      <dgm:t>
        <a:bodyPr/>
        <a:lstStyle/>
        <a:p>
          <a:endParaRPr lang="en-US"/>
        </a:p>
      </dgm:t>
    </dgm:pt>
    <dgm:pt modelId="{FCEA4CCC-6E3C-4461-A315-69482B528932}" type="sibTrans" cxnId="{23E3CA05-12B4-44FD-BE36-4300CFBB1E2F}">
      <dgm:prSet/>
      <dgm:spPr/>
      <dgm:t>
        <a:bodyPr/>
        <a:lstStyle/>
        <a:p>
          <a:endParaRPr lang="en-US"/>
        </a:p>
      </dgm:t>
    </dgm:pt>
    <dgm:pt modelId="{4B90B3BC-2A31-4A79-A226-B57CEC824E37}" type="pres">
      <dgm:prSet presAssocID="{186A17F6-FD66-46E2-A038-14AF113B7753}" presName="root" presStyleCnt="0">
        <dgm:presLayoutVars>
          <dgm:dir/>
          <dgm:resizeHandles val="exact"/>
        </dgm:presLayoutVars>
      </dgm:prSet>
      <dgm:spPr/>
      <dgm:t>
        <a:bodyPr/>
        <a:lstStyle/>
        <a:p>
          <a:endParaRPr lang="en-US"/>
        </a:p>
      </dgm:t>
    </dgm:pt>
    <dgm:pt modelId="{43B2A8C8-218D-4EA8-9954-D1BA29FBA13E}" type="pres">
      <dgm:prSet presAssocID="{D9381241-7C54-44F2-BC88-A27D203775B9}" presName="compNode" presStyleCnt="0"/>
      <dgm:spPr/>
    </dgm:pt>
    <dgm:pt modelId="{4E31E602-8043-4E65-8F49-632CC0F53028}" type="pres">
      <dgm:prSet presAssocID="{D9381241-7C54-44F2-BC88-A27D203775B9}" presName="bgRect" presStyleLbl="bgShp" presStyleIdx="0" presStyleCnt="5"/>
      <dgm:spPr/>
    </dgm:pt>
    <dgm:pt modelId="{36F811F8-5A3D-4F14-A180-1EB38318A3F4}" type="pres">
      <dgm:prSet presAssocID="{D9381241-7C54-44F2-BC88-A27D203775B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xmlns="" val="0"/>
              </a:ext>
              <a:ext uri="{96DAC541-7B7A-43D3-8B79-37D633B846F1}">
                <asvg:svgBlip xmlns:asvg="http://schemas.microsoft.com/office/drawing/2016/SVG/main" xmlns="" r:embed="rId2"/>
              </a:ext>
            </a:extLst>
          </a:blip>
          <a:stretch>
            <a:fillRect/>
          </a:stretch>
        </a:blipFill>
        <a:ln>
          <a:noFill/>
        </a:ln>
      </dgm:spPr>
      <dgm:extLst>
        <a:ext uri="{E40237B7-FDA0-4F09-8148-C483321AD2D9}">
          <dgm14:cNvPr xmlns:dgm14="http://schemas.microsoft.com/office/drawing/2010/diagram" xmlns="" id="0" name="" descr="Processor"/>
        </a:ext>
      </dgm:extLst>
    </dgm:pt>
    <dgm:pt modelId="{798D7FF9-98E3-4F10-B717-07B165C6720C}" type="pres">
      <dgm:prSet presAssocID="{D9381241-7C54-44F2-BC88-A27D203775B9}" presName="spaceRect" presStyleCnt="0"/>
      <dgm:spPr/>
    </dgm:pt>
    <dgm:pt modelId="{29AF8858-C27D-4612-971E-6C47C335A490}" type="pres">
      <dgm:prSet presAssocID="{D9381241-7C54-44F2-BC88-A27D203775B9}" presName="parTx" presStyleLbl="revTx" presStyleIdx="0" presStyleCnt="5">
        <dgm:presLayoutVars>
          <dgm:chMax val="0"/>
          <dgm:chPref val="0"/>
        </dgm:presLayoutVars>
      </dgm:prSet>
      <dgm:spPr/>
      <dgm:t>
        <a:bodyPr/>
        <a:lstStyle/>
        <a:p>
          <a:endParaRPr lang="en-US"/>
        </a:p>
      </dgm:t>
    </dgm:pt>
    <dgm:pt modelId="{537CCF4E-0B81-418C-BB73-72B063569039}" type="pres">
      <dgm:prSet presAssocID="{FD917248-92CE-4558-9853-B9BB4B29D80C}" presName="sibTrans" presStyleCnt="0"/>
      <dgm:spPr/>
    </dgm:pt>
    <dgm:pt modelId="{B7719C02-5C59-4F0F-889C-3A5CDECE3BC9}" type="pres">
      <dgm:prSet presAssocID="{666BA179-930E-4C71-A54C-8F2A88EB1086}" presName="compNode" presStyleCnt="0"/>
      <dgm:spPr/>
    </dgm:pt>
    <dgm:pt modelId="{902FB0FC-84A4-4695-BEC5-567A9D2F912A}" type="pres">
      <dgm:prSet presAssocID="{666BA179-930E-4C71-A54C-8F2A88EB1086}" presName="bgRect" presStyleLbl="bgShp" presStyleIdx="1" presStyleCnt="5"/>
      <dgm:spPr/>
    </dgm:pt>
    <dgm:pt modelId="{AA99DE95-57DE-4253-B397-B3D3F199AF08}" type="pres">
      <dgm:prSet presAssocID="{666BA179-930E-4C71-A54C-8F2A88EB1086}"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xmlns="" val="0"/>
              </a:ext>
              <a:ext uri="{96DAC541-7B7A-43D3-8B79-37D633B846F1}">
                <asvg:svgBlip xmlns:asvg="http://schemas.microsoft.com/office/drawing/2016/SVG/main" xmlns="" r:embed="rId4"/>
              </a:ext>
            </a:extLst>
          </a:blip>
          <a:stretch>
            <a:fillRect/>
          </a:stretch>
        </a:blipFill>
        <a:ln>
          <a:noFill/>
        </a:ln>
      </dgm:spPr>
      <dgm:extLst>
        <a:ext uri="{E40237B7-FDA0-4F09-8148-C483321AD2D9}">
          <dgm14:cNvPr xmlns:dgm14="http://schemas.microsoft.com/office/drawing/2010/diagram" xmlns="" id="0" name="" descr="Subtitles"/>
        </a:ext>
      </dgm:extLst>
    </dgm:pt>
    <dgm:pt modelId="{CC3E0759-C84B-498E-A887-F1E4BF593B59}" type="pres">
      <dgm:prSet presAssocID="{666BA179-930E-4C71-A54C-8F2A88EB1086}" presName="spaceRect" presStyleCnt="0"/>
      <dgm:spPr/>
    </dgm:pt>
    <dgm:pt modelId="{A2F31820-C6A9-4975-A38C-ABFAD0D45492}" type="pres">
      <dgm:prSet presAssocID="{666BA179-930E-4C71-A54C-8F2A88EB1086}" presName="parTx" presStyleLbl="revTx" presStyleIdx="1" presStyleCnt="5">
        <dgm:presLayoutVars>
          <dgm:chMax val="0"/>
          <dgm:chPref val="0"/>
        </dgm:presLayoutVars>
      </dgm:prSet>
      <dgm:spPr/>
      <dgm:t>
        <a:bodyPr/>
        <a:lstStyle/>
        <a:p>
          <a:endParaRPr lang="en-US"/>
        </a:p>
      </dgm:t>
    </dgm:pt>
    <dgm:pt modelId="{68119B36-806A-4626-8567-D51BA283A769}" type="pres">
      <dgm:prSet presAssocID="{70A9589F-EA66-42E9-8F17-ABAC2B4C3B24}" presName="sibTrans" presStyleCnt="0"/>
      <dgm:spPr/>
    </dgm:pt>
    <dgm:pt modelId="{546A5DF6-D5A4-4AC3-9F44-99E3AAC13E3F}" type="pres">
      <dgm:prSet presAssocID="{3B131C85-67F2-4445-A413-9D5D8DE0AAA1}" presName="compNode" presStyleCnt="0"/>
      <dgm:spPr/>
    </dgm:pt>
    <dgm:pt modelId="{1A22A31D-9290-49DB-9A1E-2A0DE13EC8E4}" type="pres">
      <dgm:prSet presAssocID="{3B131C85-67F2-4445-A413-9D5D8DE0AAA1}" presName="bgRect" presStyleLbl="bgShp" presStyleIdx="2" presStyleCnt="5"/>
      <dgm:spPr/>
    </dgm:pt>
    <dgm:pt modelId="{2C8B9A05-9855-4C0F-9178-8FDF9A6E173D}" type="pres">
      <dgm:prSet presAssocID="{3B131C85-67F2-4445-A413-9D5D8DE0AAA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xmlns="" val="0"/>
              </a:ext>
              <a:ext uri="{96DAC541-7B7A-43D3-8B79-37D633B846F1}">
                <asvg:svgBlip xmlns:asvg="http://schemas.microsoft.com/office/drawing/2016/SVG/main" xmlns="" r:embed="rId6"/>
              </a:ext>
            </a:extLst>
          </a:blip>
          <a:stretch>
            <a:fillRect/>
          </a:stretch>
        </a:blipFill>
        <a:ln>
          <a:noFill/>
        </a:ln>
      </dgm:spPr>
      <dgm:extLst>
        <a:ext uri="{E40237B7-FDA0-4F09-8148-C483321AD2D9}">
          <dgm14:cNvPr xmlns:dgm14="http://schemas.microsoft.com/office/drawing/2010/diagram" xmlns="" id="0" name="" descr="Large paint brush"/>
        </a:ext>
      </dgm:extLst>
    </dgm:pt>
    <dgm:pt modelId="{F5B78D5C-B742-4668-83EA-F4D3D5A63480}" type="pres">
      <dgm:prSet presAssocID="{3B131C85-67F2-4445-A413-9D5D8DE0AAA1}" presName="spaceRect" presStyleCnt="0"/>
      <dgm:spPr/>
    </dgm:pt>
    <dgm:pt modelId="{CDBFB734-3FB8-48E6-BB48-B0765B33DA9B}" type="pres">
      <dgm:prSet presAssocID="{3B131C85-67F2-4445-A413-9D5D8DE0AAA1}" presName="parTx" presStyleLbl="revTx" presStyleIdx="2" presStyleCnt="5">
        <dgm:presLayoutVars>
          <dgm:chMax val="0"/>
          <dgm:chPref val="0"/>
        </dgm:presLayoutVars>
      </dgm:prSet>
      <dgm:spPr/>
      <dgm:t>
        <a:bodyPr/>
        <a:lstStyle/>
        <a:p>
          <a:endParaRPr lang="en-US"/>
        </a:p>
      </dgm:t>
    </dgm:pt>
    <dgm:pt modelId="{ADC4DEA6-FE13-4ED5-A84D-3E9FD955FDF5}" type="pres">
      <dgm:prSet presAssocID="{60336402-2FD0-414D-846D-D7EDC68DAA6E}" presName="sibTrans" presStyleCnt="0"/>
      <dgm:spPr/>
    </dgm:pt>
    <dgm:pt modelId="{AFD0D46D-BF90-41F9-86DE-710D27E11779}" type="pres">
      <dgm:prSet presAssocID="{78E7BE43-F768-4DAA-87E1-F2E7FA933A23}" presName="compNode" presStyleCnt="0"/>
      <dgm:spPr/>
    </dgm:pt>
    <dgm:pt modelId="{32F6F21D-E48C-4A3C-8BE1-4D0848CDD2E5}" type="pres">
      <dgm:prSet presAssocID="{78E7BE43-F768-4DAA-87E1-F2E7FA933A23}" presName="bgRect" presStyleLbl="bgShp" presStyleIdx="3" presStyleCnt="5"/>
      <dgm:spPr/>
    </dgm:pt>
    <dgm:pt modelId="{3A17D2CC-9BF7-492D-A191-C8182A4E78D8}" type="pres">
      <dgm:prSet presAssocID="{78E7BE43-F768-4DAA-87E1-F2E7FA933A23}"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xmlns="" val="0"/>
              </a:ext>
              <a:ext uri="{96DAC541-7B7A-43D3-8B79-37D633B846F1}">
                <asvg:svgBlip xmlns:asvg="http://schemas.microsoft.com/office/drawing/2016/SVG/main" xmlns="" r:embed="rId8"/>
              </a:ext>
            </a:extLst>
          </a:blip>
          <a:stretch>
            <a:fillRect/>
          </a:stretch>
        </a:blipFill>
        <a:ln>
          <a:noFill/>
        </a:ln>
      </dgm:spPr>
      <dgm:extLst>
        <a:ext uri="{E40237B7-FDA0-4F09-8148-C483321AD2D9}">
          <dgm14:cNvPr xmlns:dgm14="http://schemas.microsoft.com/office/drawing/2010/diagram" xmlns="" id="0" name="" descr="Images"/>
        </a:ext>
      </dgm:extLst>
    </dgm:pt>
    <dgm:pt modelId="{CA3F72F0-C5A0-46EF-B16F-C906B86E5232}" type="pres">
      <dgm:prSet presAssocID="{78E7BE43-F768-4DAA-87E1-F2E7FA933A23}" presName="spaceRect" presStyleCnt="0"/>
      <dgm:spPr/>
    </dgm:pt>
    <dgm:pt modelId="{8E1B0A56-A581-4FC9-A2AA-EB5BFCA0252B}" type="pres">
      <dgm:prSet presAssocID="{78E7BE43-F768-4DAA-87E1-F2E7FA933A23}" presName="parTx" presStyleLbl="revTx" presStyleIdx="3" presStyleCnt="5">
        <dgm:presLayoutVars>
          <dgm:chMax val="0"/>
          <dgm:chPref val="0"/>
        </dgm:presLayoutVars>
      </dgm:prSet>
      <dgm:spPr/>
      <dgm:t>
        <a:bodyPr/>
        <a:lstStyle/>
        <a:p>
          <a:endParaRPr lang="en-US"/>
        </a:p>
      </dgm:t>
    </dgm:pt>
    <dgm:pt modelId="{F287DAE4-B5A4-4C21-AAB9-4C69A3193E85}" type="pres">
      <dgm:prSet presAssocID="{56E94649-4EF4-4542-B13B-303B88B7AB4F}" presName="sibTrans" presStyleCnt="0"/>
      <dgm:spPr/>
    </dgm:pt>
    <dgm:pt modelId="{6F25D4D2-CA23-40E6-B0DB-225D24ACB7EB}" type="pres">
      <dgm:prSet presAssocID="{7146A196-D2AE-448F-96E6-AD4DC69F36FD}" presName="compNode" presStyleCnt="0"/>
      <dgm:spPr/>
    </dgm:pt>
    <dgm:pt modelId="{CEE4F905-296E-4F3A-AB7F-1A1D7E008F0A}" type="pres">
      <dgm:prSet presAssocID="{7146A196-D2AE-448F-96E6-AD4DC69F36FD}" presName="bgRect" presStyleLbl="bgShp" presStyleIdx="4" presStyleCnt="5"/>
      <dgm:spPr/>
    </dgm:pt>
    <dgm:pt modelId="{0E0F4753-EAF2-46A9-988D-DF34182D25EF}" type="pres">
      <dgm:prSet presAssocID="{7146A196-D2AE-448F-96E6-AD4DC69F36FD}"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xmlns="" val="0"/>
              </a:ext>
              <a:ext uri="{96DAC541-7B7A-43D3-8B79-37D633B846F1}">
                <asvg:svgBlip xmlns:asvg="http://schemas.microsoft.com/office/drawing/2016/SVG/main" xmlns="" r:embed="rId10"/>
              </a:ext>
            </a:extLst>
          </a:blip>
          <a:stretch>
            <a:fillRect/>
          </a:stretch>
        </a:blipFill>
        <a:ln>
          <a:noFill/>
        </a:ln>
      </dgm:spPr>
      <dgm:extLst>
        <a:ext uri="{E40237B7-FDA0-4F09-8148-C483321AD2D9}">
          <dgm14:cNvPr xmlns:dgm14="http://schemas.microsoft.com/office/drawing/2010/diagram" xmlns="" id="0" name="" descr="Image"/>
        </a:ext>
      </dgm:extLst>
    </dgm:pt>
    <dgm:pt modelId="{00B2CB3D-F5E4-4F75-9809-74EDB264D711}" type="pres">
      <dgm:prSet presAssocID="{7146A196-D2AE-448F-96E6-AD4DC69F36FD}" presName="spaceRect" presStyleCnt="0"/>
      <dgm:spPr/>
    </dgm:pt>
    <dgm:pt modelId="{A13EC3A3-963D-4B77-821F-2FB182F0116D}" type="pres">
      <dgm:prSet presAssocID="{7146A196-D2AE-448F-96E6-AD4DC69F36FD}" presName="parTx" presStyleLbl="revTx" presStyleIdx="4" presStyleCnt="5">
        <dgm:presLayoutVars>
          <dgm:chMax val="0"/>
          <dgm:chPref val="0"/>
        </dgm:presLayoutVars>
      </dgm:prSet>
      <dgm:spPr/>
      <dgm:t>
        <a:bodyPr/>
        <a:lstStyle/>
        <a:p>
          <a:endParaRPr lang="en-US"/>
        </a:p>
      </dgm:t>
    </dgm:pt>
  </dgm:ptLst>
  <dgm:cxnLst>
    <dgm:cxn modelId="{EEC42B6E-260D-432D-B18C-16DF40ADFBE8}" type="presOf" srcId="{3B131C85-67F2-4445-A413-9D5D8DE0AAA1}" destId="{CDBFB734-3FB8-48E6-BB48-B0765B33DA9B}" srcOrd="0" destOrd="0" presId="urn:microsoft.com/office/officeart/2018/2/layout/IconVerticalSolidList"/>
    <dgm:cxn modelId="{5D6F4AF8-E819-4711-B939-605A5729E43D}" type="presOf" srcId="{186A17F6-FD66-46E2-A038-14AF113B7753}" destId="{4B90B3BC-2A31-4A79-A226-B57CEC824E37}" srcOrd="0" destOrd="0" presId="urn:microsoft.com/office/officeart/2018/2/layout/IconVerticalSolidList"/>
    <dgm:cxn modelId="{91222075-9AAD-430E-8BD5-172EAA7C6204}" srcId="{186A17F6-FD66-46E2-A038-14AF113B7753}" destId="{78E7BE43-F768-4DAA-87E1-F2E7FA933A23}" srcOrd="3" destOrd="0" parTransId="{A0EEB0E5-2C45-43E3-B934-3CE95FA19E7B}" sibTransId="{56E94649-4EF4-4542-B13B-303B88B7AB4F}"/>
    <dgm:cxn modelId="{0B522459-864E-4CEC-B765-43FFD3F8ABB4}" type="presOf" srcId="{7146A196-D2AE-448F-96E6-AD4DC69F36FD}" destId="{A13EC3A3-963D-4B77-821F-2FB182F0116D}" srcOrd="0" destOrd="0" presId="urn:microsoft.com/office/officeart/2018/2/layout/IconVerticalSolidList"/>
    <dgm:cxn modelId="{C357AA18-8E61-4E6A-8A7A-0271160BE4F7}" srcId="{186A17F6-FD66-46E2-A038-14AF113B7753}" destId="{666BA179-930E-4C71-A54C-8F2A88EB1086}" srcOrd="1" destOrd="0" parTransId="{DD0595E3-806A-4415-84A5-E08BBB6B1C53}" sibTransId="{70A9589F-EA66-42E9-8F17-ABAC2B4C3B24}"/>
    <dgm:cxn modelId="{35FD2F0C-24B0-48C0-BE03-F1962EA56CC7}" srcId="{186A17F6-FD66-46E2-A038-14AF113B7753}" destId="{3B131C85-67F2-4445-A413-9D5D8DE0AAA1}" srcOrd="2" destOrd="0" parTransId="{1EF689E0-4045-42AB-9164-32359ADD300F}" sibTransId="{60336402-2FD0-414D-846D-D7EDC68DAA6E}"/>
    <dgm:cxn modelId="{8A3B83A1-FE28-4CEA-BF41-2D4E80456032}" type="presOf" srcId="{D9381241-7C54-44F2-BC88-A27D203775B9}" destId="{29AF8858-C27D-4612-971E-6C47C335A490}" srcOrd="0" destOrd="0" presId="urn:microsoft.com/office/officeart/2018/2/layout/IconVerticalSolidList"/>
    <dgm:cxn modelId="{B67624A7-DDA0-4A86-AEE2-60A2BAE5C5F9}" srcId="{186A17F6-FD66-46E2-A038-14AF113B7753}" destId="{D9381241-7C54-44F2-BC88-A27D203775B9}" srcOrd="0" destOrd="0" parTransId="{FC33B64F-2EA8-4DAB-9BDD-0D7D69B91B83}" sibTransId="{FD917248-92CE-4558-9853-B9BB4B29D80C}"/>
    <dgm:cxn modelId="{23E3CA05-12B4-44FD-BE36-4300CFBB1E2F}" srcId="{186A17F6-FD66-46E2-A038-14AF113B7753}" destId="{7146A196-D2AE-448F-96E6-AD4DC69F36FD}" srcOrd="4" destOrd="0" parTransId="{F841DE0C-C6F6-4EC8-AD0E-5B8E8E0D7592}" sibTransId="{FCEA4CCC-6E3C-4461-A315-69482B528932}"/>
    <dgm:cxn modelId="{2B29CA72-4CB2-4204-98DC-704AED40B4A0}" type="presOf" srcId="{78E7BE43-F768-4DAA-87E1-F2E7FA933A23}" destId="{8E1B0A56-A581-4FC9-A2AA-EB5BFCA0252B}" srcOrd="0" destOrd="0" presId="urn:microsoft.com/office/officeart/2018/2/layout/IconVerticalSolidList"/>
    <dgm:cxn modelId="{E6FDA19F-2C0C-46F7-9BD9-834BE555D413}" type="presOf" srcId="{666BA179-930E-4C71-A54C-8F2A88EB1086}" destId="{A2F31820-C6A9-4975-A38C-ABFAD0D45492}" srcOrd="0" destOrd="0" presId="urn:microsoft.com/office/officeart/2018/2/layout/IconVerticalSolidList"/>
    <dgm:cxn modelId="{54343389-1C06-47C4-9815-18842F1CC50C}" type="presParOf" srcId="{4B90B3BC-2A31-4A79-A226-B57CEC824E37}" destId="{43B2A8C8-218D-4EA8-9954-D1BA29FBA13E}" srcOrd="0" destOrd="0" presId="urn:microsoft.com/office/officeart/2018/2/layout/IconVerticalSolidList"/>
    <dgm:cxn modelId="{C6B99A06-0821-4703-AA96-202009C3F228}" type="presParOf" srcId="{43B2A8C8-218D-4EA8-9954-D1BA29FBA13E}" destId="{4E31E602-8043-4E65-8F49-632CC0F53028}" srcOrd="0" destOrd="0" presId="urn:microsoft.com/office/officeart/2018/2/layout/IconVerticalSolidList"/>
    <dgm:cxn modelId="{4C825C0B-1CF2-4951-9DE9-0894F7F8E04C}" type="presParOf" srcId="{43B2A8C8-218D-4EA8-9954-D1BA29FBA13E}" destId="{36F811F8-5A3D-4F14-A180-1EB38318A3F4}" srcOrd="1" destOrd="0" presId="urn:microsoft.com/office/officeart/2018/2/layout/IconVerticalSolidList"/>
    <dgm:cxn modelId="{EA29C963-628D-4EB2-96A0-6D858F370EC8}" type="presParOf" srcId="{43B2A8C8-218D-4EA8-9954-D1BA29FBA13E}" destId="{798D7FF9-98E3-4F10-B717-07B165C6720C}" srcOrd="2" destOrd="0" presId="urn:microsoft.com/office/officeart/2018/2/layout/IconVerticalSolidList"/>
    <dgm:cxn modelId="{FB63B8E5-8788-477A-9E94-B73F7EF1AC8A}" type="presParOf" srcId="{43B2A8C8-218D-4EA8-9954-D1BA29FBA13E}" destId="{29AF8858-C27D-4612-971E-6C47C335A490}" srcOrd="3" destOrd="0" presId="urn:microsoft.com/office/officeart/2018/2/layout/IconVerticalSolidList"/>
    <dgm:cxn modelId="{5ADC1432-F92F-4718-BDD8-B439D7CD99BD}" type="presParOf" srcId="{4B90B3BC-2A31-4A79-A226-B57CEC824E37}" destId="{537CCF4E-0B81-418C-BB73-72B063569039}" srcOrd="1" destOrd="0" presId="urn:microsoft.com/office/officeart/2018/2/layout/IconVerticalSolidList"/>
    <dgm:cxn modelId="{CBD6BA77-9F72-45A5-B699-BC41E56B1827}" type="presParOf" srcId="{4B90B3BC-2A31-4A79-A226-B57CEC824E37}" destId="{B7719C02-5C59-4F0F-889C-3A5CDECE3BC9}" srcOrd="2" destOrd="0" presId="urn:microsoft.com/office/officeart/2018/2/layout/IconVerticalSolidList"/>
    <dgm:cxn modelId="{7E87E3BE-5C93-469E-BEF6-09D16FBFE581}" type="presParOf" srcId="{B7719C02-5C59-4F0F-889C-3A5CDECE3BC9}" destId="{902FB0FC-84A4-4695-BEC5-567A9D2F912A}" srcOrd="0" destOrd="0" presId="urn:microsoft.com/office/officeart/2018/2/layout/IconVerticalSolidList"/>
    <dgm:cxn modelId="{366C6BEA-6A80-4976-8538-A06CC9E7CADD}" type="presParOf" srcId="{B7719C02-5C59-4F0F-889C-3A5CDECE3BC9}" destId="{AA99DE95-57DE-4253-B397-B3D3F199AF08}" srcOrd="1" destOrd="0" presId="urn:microsoft.com/office/officeart/2018/2/layout/IconVerticalSolidList"/>
    <dgm:cxn modelId="{590919A3-236E-43F7-BFC0-CF60CC583457}" type="presParOf" srcId="{B7719C02-5C59-4F0F-889C-3A5CDECE3BC9}" destId="{CC3E0759-C84B-498E-A887-F1E4BF593B59}" srcOrd="2" destOrd="0" presId="urn:microsoft.com/office/officeart/2018/2/layout/IconVerticalSolidList"/>
    <dgm:cxn modelId="{875B578A-1EAA-4359-B302-30A7955B3656}" type="presParOf" srcId="{B7719C02-5C59-4F0F-889C-3A5CDECE3BC9}" destId="{A2F31820-C6A9-4975-A38C-ABFAD0D45492}" srcOrd="3" destOrd="0" presId="urn:microsoft.com/office/officeart/2018/2/layout/IconVerticalSolidList"/>
    <dgm:cxn modelId="{1F7690EB-6906-4101-B137-B56CB3BD27A6}" type="presParOf" srcId="{4B90B3BC-2A31-4A79-A226-B57CEC824E37}" destId="{68119B36-806A-4626-8567-D51BA283A769}" srcOrd="3" destOrd="0" presId="urn:microsoft.com/office/officeart/2018/2/layout/IconVerticalSolidList"/>
    <dgm:cxn modelId="{44ACD91F-2C92-4A50-97FC-478480834C1F}" type="presParOf" srcId="{4B90B3BC-2A31-4A79-A226-B57CEC824E37}" destId="{546A5DF6-D5A4-4AC3-9F44-99E3AAC13E3F}" srcOrd="4" destOrd="0" presId="urn:microsoft.com/office/officeart/2018/2/layout/IconVerticalSolidList"/>
    <dgm:cxn modelId="{3A41D4D9-8050-40B5-89C7-CBA77DACF649}" type="presParOf" srcId="{546A5DF6-D5A4-4AC3-9F44-99E3AAC13E3F}" destId="{1A22A31D-9290-49DB-9A1E-2A0DE13EC8E4}" srcOrd="0" destOrd="0" presId="urn:microsoft.com/office/officeart/2018/2/layout/IconVerticalSolidList"/>
    <dgm:cxn modelId="{A166B809-4909-4212-BD1A-CCE50C89B882}" type="presParOf" srcId="{546A5DF6-D5A4-4AC3-9F44-99E3AAC13E3F}" destId="{2C8B9A05-9855-4C0F-9178-8FDF9A6E173D}" srcOrd="1" destOrd="0" presId="urn:microsoft.com/office/officeart/2018/2/layout/IconVerticalSolidList"/>
    <dgm:cxn modelId="{5FBD82A3-BCB9-49BC-884E-545B53193F29}" type="presParOf" srcId="{546A5DF6-D5A4-4AC3-9F44-99E3AAC13E3F}" destId="{F5B78D5C-B742-4668-83EA-F4D3D5A63480}" srcOrd="2" destOrd="0" presId="urn:microsoft.com/office/officeart/2018/2/layout/IconVerticalSolidList"/>
    <dgm:cxn modelId="{89D5CDC9-AF0D-47F2-A6C8-1F087676F59A}" type="presParOf" srcId="{546A5DF6-D5A4-4AC3-9F44-99E3AAC13E3F}" destId="{CDBFB734-3FB8-48E6-BB48-B0765B33DA9B}" srcOrd="3" destOrd="0" presId="urn:microsoft.com/office/officeart/2018/2/layout/IconVerticalSolidList"/>
    <dgm:cxn modelId="{8148A4B8-A36A-47D8-83DA-055AC7495833}" type="presParOf" srcId="{4B90B3BC-2A31-4A79-A226-B57CEC824E37}" destId="{ADC4DEA6-FE13-4ED5-A84D-3E9FD955FDF5}" srcOrd="5" destOrd="0" presId="urn:microsoft.com/office/officeart/2018/2/layout/IconVerticalSolidList"/>
    <dgm:cxn modelId="{701E945E-6422-4711-AC9C-B19338CED279}" type="presParOf" srcId="{4B90B3BC-2A31-4A79-A226-B57CEC824E37}" destId="{AFD0D46D-BF90-41F9-86DE-710D27E11779}" srcOrd="6" destOrd="0" presId="urn:microsoft.com/office/officeart/2018/2/layout/IconVerticalSolidList"/>
    <dgm:cxn modelId="{E384663E-2859-4CED-8753-84FE20F00A12}" type="presParOf" srcId="{AFD0D46D-BF90-41F9-86DE-710D27E11779}" destId="{32F6F21D-E48C-4A3C-8BE1-4D0848CDD2E5}" srcOrd="0" destOrd="0" presId="urn:microsoft.com/office/officeart/2018/2/layout/IconVerticalSolidList"/>
    <dgm:cxn modelId="{46EFE9E1-5047-490F-A7BA-77440AAECEAF}" type="presParOf" srcId="{AFD0D46D-BF90-41F9-86DE-710D27E11779}" destId="{3A17D2CC-9BF7-492D-A191-C8182A4E78D8}" srcOrd="1" destOrd="0" presId="urn:microsoft.com/office/officeart/2018/2/layout/IconVerticalSolidList"/>
    <dgm:cxn modelId="{E7987EDB-D1F0-4C14-994C-221D94555641}" type="presParOf" srcId="{AFD0D46D-BF90-41F9-86DE-710D27E11779}" destId="{CA3F72F0-C5A0-46EF-B16F-C906B86E5232}" srcOrd="2" destOrd="0" presId="urn:microsoft.com/office/officeart/2018/2/layout/IconVerticalSolidList"/>
    <dgm:cxn modelId="{9565F362-7F54-4D6E-AE39-7AC71A291B52}" type="presParOf" srcId="{AFD0D46D-BF90-41F9-86DE-710D27E11779}" destId="{8E1B0A56-A581-4FC9-A2AA-EB5BFCA0252B}" srcOrd="3" destOrd="0" presId="urn:microsoft.com/office/officeart/2018/2/layout/IconVerticalSolidList"/>
    <dgm:cxn modelId="{8689A802-0604-48AC-A33D-CF8579B00B79}" type="presParOf" srcId="{4B90B3BC-2A31-4A79-A226-B57CEC824E37}" destId="{F287DAE4-B5A4-4C21-AAB9-4C69A3193E85}" srcOrd="7" destOrd="0" presId="urn:microsoft.com/office/officeart/2018/2/layout/IconVerticalSolidList"/>
    <dgm:cxn modelId="{A9B603E9-3F3C-4BA4-B59A-88E28ABF9B53}" type="presParOf" srcId="{4B90B3BC-2A31-4A79-A226-B57CEC824E37}" destId="{6F25D4D2-CA23-40E6-B0DB-225D24ACB7EB}" srcOrd="8" destOrd="0" presId="urn:microsoft.com/office/officeart/2018/2/layout/IconVerticalSolidList"/>
    <dgm:cxn modelId="{81775D30-3931-45BA-BCCE-50B415B39B9A}" type="presParOf" srcId="{6F25D4D2-CA23-40E6-B0DB-225D24ACB7EB}" destId="{CEE4F905-296E-4F3A-AB7F-1A1D7E008F0A}" srcOrd="0" destOrd="0" presId="urn:microsoft.com/office/officeart/2018/2/layout/IconVerticalSolidList"/>
    <dgm:cxn modelId="{F4EA8370-9F23-4417-88D7-69D9E2923518}" type="presParOf" srcId="{6F25D4D2-CA23-40E6-B0DB-225D24ACB7EB}" destId="{0E0F4753-EAF2-46A9-988D-DF34182D25EF}" srcOrd="1" destOrd="0" presId="urn:microsoft.com/office/officeart/2018/2/layout/IconVerticalSolidList"/>
    <dgm:cxn modelId="{8F3A8B43-55AB-4EDD-94A5-7EB8AB4CA8C0}" type="presParOf" srcId="{6F25D4D2-CA23-40E6-B0DB-225D24ACB7EB}" destId="{00B2CB3D-F5E4-4F75-9809-74EDB264D711}" srcOrd="2" destOrd="0" presId="urn:microsoft.com/office/officeart/2018/2/layout/IconVerticalSolidList"/>
    <dgm:cxn modelId="{B53AA383-B997-470B-AF05-1CD75DF067D4}" type="presParOf" srcId="{6F25D4D2-CA23-40E6-B0DB-225D24ACB7EB}" destId="{A13EC3A3-963D-4B77-821F-2FB182F0116D}" srcOrd="3" destOrd="0" presId="urn:microsoft.com/office/officeart/2018/2/layout/IconVerticalSolidList"/>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681263-AA90-437B-AC38-53EF409ADDE3}">
      <dsp:nvSpPr>
        <dsp:cNvPr id="0" name=""/>
        <dsp:cNvSpPr/>
      </dsp:nvSpPr>
      <dsp:spPr>
        <a:xfrm>
          <a:off x="0" y="96571"/>
          <a:ext cx="11388035" cy="54054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GB" sz="2200" b="1" kern="1200" dirty="0"/>
            <a:t>What is NANO BANANA</a:t>
          </a:r>
          <a:endParaRPr lang="en-US" sz="2200" kern="1200" dirty="0"/>
        </a:p>
      </dsp:txBody>
      <dsp:txXfrm>
        <a:off x="26387" y="122958"/>
        <a:ext cx="11335261" cy="487766"/>
      </dsp:txXfrm>
    </dsp:sp>
    <dsp:sp modelId="{970C7CD8-5890-42F1-A235-0698E3F28B57}">
      <dsp:nvSpPr>
        <dsp:cNvPr id="0" name=""/>
        <dsp:cNvSpPr/>
      </dsp:nvSpPr>
      <dsp:spPr>
        <a:xfrm>
          <a:off x="0" y="700471"/>
          <a:ext cx="11388035" cy="54054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GB" sz="2200" b="1" kern="1200" dirty="0"/>
            <a:t>Nano Banana real time use case</a:t>
          </a:r>
          <a:endParaRPr lang="en-US" sz="2200" kern="1200" dirty="0"/>
        </a:p>
      </dsp:txBody>
      <dsp:txXfrm>
        <a:off x="26387" y="726858"/>
        <a:ext cx="11335261" cy="487766"/>
      </dsp:txXfrm>
    </dsp:sp>
    <dsp:sp modelId="{EBF76246-EF17-4AF9-B2E1-C7036FA4A8C3}">
      <dsp:nvSpPr>
        <dsp:cNvPr id="0" name=""/>
        <dsp:cNvSpPr/>
      </dsp:nvSpPr>
      <dsp:spPr>
        <a:xfrm>
          <a:off x="0" y="1304371"/>
          <a:ext cx="11388035" cy="54054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GB" sz="2200" b="1" kern="1200" dirty="0"/>
            <a:t>Live demo about Nano Banana  </a:t>
          </a:r>
          <a:endParaRPr lang="en-US" sz="2200" kern="1200" dirty="0"/>
        </a:p>
      </dsp:txBody>
      <dsp:txXfrm>
        <a:off x="26387" y="1330758"/>
        <a:ext cx="11335261" cy="487766"/>
      </dsp:txXfrm>
    </dsp:sp>
    <dsp:sp modelId="{B53629C4-6EA3-4F34-AA1F-B36F7374BCF8}">
      <dsp:nvSpPr>
        <dsp:cNvPr id="0" name=""/>
        <dsp:cNvSpPr/>
      </dsp:nvSpPr>
      <dsp:spPr>
        <a:xfrm>
          <a:off x="0" y="1908271"/>
          <a:ext cx="11388035" cy="54054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rtl="0">
            <a:lnSpc>
              <a:spcPct val="90000"/>
            </a:lnSpc>
            <a:spcBef>
              <a:spcPct val="0"/>
            </a:spcBef>
            <a:spcAft>
              <a:spcPct val="35000"/>
            </a:spcAft>
            <a:buNone/>
          </a:pPr>
          <a:r>
            <a:rPr lang="en-GB" sz="2200" b="1" kern="1200" dirty="0">
              <a:latin typeface="Aptos Display" panose="020F0302020204030204"/>
            </a:rPr>
            <a:t>Nano Banana using Google AI studio </a:t>
          </a:r>
          <a:endParaRPr lang="en-GB" sz="2200" b="1" kern="1200" dirty="0"/>
        </a:p>
      </dsp:txBody>
      <dsp:txXfrm>
        <a:off x="26387" y="1934658"/>
        <a:ext cx="11335261" cy="487766"/>
      </dsp:txXfrm>
    </dsp:sp>
    <dsp:sp modelId="{24777B38-20A9-4924-929F-AE15167D68FF}">
      <dsp:nvSpPr>
        <dsp:cNvPr id="0" name=""/>
        <dsp:cNvSpPr/>
      </dsp:nvSpPr>
      <dsp:spPr>
        <a:xfrm>
          <a:off x="0" y="2512171"/>
          <a:ext cx="11388035" cy="54054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GB" sz="2200" b="1" kern="1200" dirty="0"/>
            <a:t>Introduction to N8N agent </a:t>
          </a:r>
          <a:endParaRPr lang="en-US" sz="2200" kern="1200" dirty="0"/>
        </a:p>
      </dsp:txBody>
      <dsp:txXfrm>
        <a:off x="26387" y="2538558"/>
        <a:ext cx="11335261" cy="487766"/>
      </dsp:txXfrm>
    </dsp:sp>
    <dsp:sp modelId="{D591F0A3-786A-4B27-9F5A-A26032FD6FC8}">
      <dsp:nvSpPr>
        <dsp:cNvPr id="0" name=""/>
        <dsp:cNvSpPr/>
      </dsp:nvSpPr>
      <dsp:spPr>
        <a:xfrm>
          <a:off x="0" y="3116071"/>
          <a:ext cx="11388035" cy="54054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GB" sz="2200" b="1" kern="1200" dirty="0"/>
            <a:t>Nano banana </a:t>
          </a:r>
          <a:r>
            <a:rPr lang="en-GB" sz="2200" b="1" kern="1200" dirty="0">
              <a:latin typeface="Aptos Display" panose="020F0302020204030204"/>
            </a:rPr>
            <a:t>integration</a:t>
          </a:r>
          <a:r>
            <a:rPr lang="en-GB" sz="2200" b="1" kern="1200" dirty="0"/>
            <a:t> with N8N workflow </a:t>
          </a:r>
          <a:endParaRPr lang="en-US" sz="2200" kern="1200" dirty="0"/>
        </a:p>
      </dsp:txBody>
      <dsp:txXfrm>
        <a:off x="26387" y="3142458"/>
        <a:ext cx="11335261" cy="487766"/>
      </dsp:txXfrm>
    </dsp:sp>
    <dsp:sp modelId="{53BD3AF6-768E-4A38-8DA0-CBE927C9455A}">
      <dsp:nvSpPr>
        <dsp:cNvPr id="0" name=""/>
        <dsp:cNvSpPr/>
      </dsp:nvSpPr>
      <dsp:spPr>
        <a:xfrm>
          <a:off x="0" y="3719971"/>
          <a:ext cx="11388035" cy="54054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GB" sz="2200" b="1" kern="1200" dirty="0"/>
            <a:t>Previous </a:t>
          </a:r>
          <a:r>
            <a:rPr lang="en-GB" sz="2200" b="1" kern="1200" dirty="0">
              <a:latin typeface="Aptos Display" panose="020F0302020204030204"/>
            </a:rPr>
            <a:t>YouTube</a:t>
          </a:r>
          <a:r>
            <a:rPr lang="en-GB" sz="2200" b="1" kern="1200" dirty="0"/>
            <a:t> link about AGENTIC AI </a:t>
          </a:r>
          <a:endParaRPr lang="en-US" sz="2200" kern="1200" dirty="0"/>
        </a:p>
      </dsp:txBody>
      <dsp:txXfrm>
        <a:off x="26387" y="3746358"/>
        <a:ext cx="11335261" cy="487766"/>
      </dsp:txXfrm>
    </dsp:sp>
    <dsp:sp modelId="{84604947-B5F7-4B77-8A31-566EAE60D61A}">
      <dsp:nvSpPr>
        <dsp:cNvPr id="0" name=""/>
        <dsp:cNvSpPr/>
      </dsp:nvSpPr>
      <dsp:spPr>
        <a:xfrm>
          <a:off x="0" y="4323871"/>
          <a:ext cx="11388035" cy="54054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GB" sz="2200" b="1" kern="1200" dirty="0"/>
            <a:t>Q &amp; A</a:t>
          </a:r>
          <a:endParaRPr lang="en-US" sz="2200" kern="1200" dirty="0"/>
        </a:p>
      </dsp:txBody>
      <dsp:txXfrm>
        <a:off x="26387" y="4350258"/>
        <a:ext cx="11335261" cy="4877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31E602-8043-4E65-8F49-632CC0F53028}">
      <dsp:nvSpPr>
        <dsp:cNvPr id="0" name=""/>
        <dsp:cNvSpPr/>
      </dsp:nvSpPr>
      <dsp:spPr>
        <a:xfrm>
          <a:off x="0" y="4323"/>
          <a:ext cx="12050804" cy="92091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F811F8-5A3D-4F14-A180-1EB38318A3F4}">
      <dsp:nvSpPr>
        <dsp:cNvPr id="0" name=""/>
        <dsp:cNvSpPr/>
      </dsp:nvSpPr>
      <dsp:spPr>
        <a:xfrm>
          <a:off x="278576" y="211529"/>
          <a:ext cx="506503" cy="50650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AF8858-C27D-4612-971E-6C47C335A490}">
      <dsp:nvSpPr>
        <dsp:cNvPr id="0" name=""/>
        <dsp:cNvSpPr/>
      </dsp:nvSpPr>
      <dsp:spPr>
        <a:xfrm>
          <a:off x="1063657" y="4323"/>
          <a:ext cx="10987146" cy="920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464" tIns="97464" rIns="97464" bIns="97464" numCol="1" spcCol="1270" anchor="ctr" anchorCtr="0">
          <a:noAutofit/>
        </a:bodyPr>
        <a:lstStyle/>
        <a:p>
          <a:pPr marL="0" lvl="0" indent="0" algn="l" defTabSz="889000">
            <a:lnSpc>
              <a:spcPct val="100000"/>
            </a:lnSpc>
            <a:spcBef>
              <a:spcPct val="0"/>
            </a:spcBef>
            <a:spcAft>
              <a:spcPct val="35000"/>
            </a:spcAft>
            <a:buNone/>
          </a:pPr>
          <a:r>
            <a:rPr lang="en-GB" sz="2000" b="1" kern="1200" dirty="0"/>
            <a:t>Google's Nano Banana is an advanced AI image editing model introduced as part of the Gemini 2.5 Flash Image suite by Google DeepMind. Launched in August 2025.</a:t>
          </a:r>
          <a:endParaRPr lang="en-US" sz="2000" kern="1200" dirty="0"/>
        </a:p>
      </dsp:txBody>
      <dsp:txXfrm>
        <a:off x="1063657" y="4323"/>
        <a:ext cx="10987146" cy="920915"/>
      </dsp:txXfrm>
    </dsp:sp>
    <dsp:sp modelId="{902FB0FC-84A4-4695-BEC5-567A9D2F912A}">
      <dsp:nvSpPr>
        <dsp:cNvPr id="0" name=""/>
        <dsp:cNvSpPr/>
      </dsp:nvSpPr>
      <dsp:spPr>
        <a:xfrm>
          <a:off x="0" y="1155467"/>
          <a:ext cx="12050804" cy="92091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99DE95-57DE-4253-B397-B3D3F199AF08}">
      <dsp:nvSpPr>
        <dsp:cNvPr id="0" name=""/>
        <dsp:cNvSpPr/>
      </dsp:nvSpPr>
      <dsp:spPr>
        <a:xfrm>
          <a:off x="278576" y="1362673"/>
          <a:ext cx="506503" cy="50650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2F31820-C6A9-4975-A38C-ABFAD0D45492}">
      <dsp:nvSpPr>
        <dsp:cNvPr id="0" name=""/>
        <dsp:cNvSpPr/>
      </dsp:nvSpPr>
      <dsp:spPr>
        <a:xfrm>
          <a:off x="1063657" y="1155467"/>
          <a:ext cx="10987146" cy="920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464" tIns="97464" rIns="97464" bIns="97464" numCol="1" spcCol="1270" anchor="ctr" anchorCtr="0">
          <a:noAutofit/>
        </a:bodyPr>
        <a:lstStyle/>
        <a:p>
          <a:pPr marL="0" lvl="0" indent="0" algn="l" defTabSz="800100">
            <a:lnSpc>
              <a:spcPct val="100000"/>
            </a:lnSpc>
            <a:spcBef>
              <a:spcPct val="0"/>
            </a:spcBef>
            <a:spcAft>
              <a:spcPct val="35000"/>
            </a:spcAft>
            <a:buNone/>
          </a:pPr>
          <a:r>
            <a:rPr lang="en-GB" sz="1800" b="1" kern="1200" dirty="0"/>
            <a:t>Edit Images with Text</a:t>
          </a:r>
          <a:r>
            <a:rPr lang="en-GB" sz="1800" kern="1200" dirty="0"/>
            <a:t>: Modify photos by describing changes in natural language. For instance, you can prompt it to "turn this selfie into a cinematic studio portrait" or "add a soft shadow underneath the shoes."</a:t>
          </a:r>
          <a:endParaRPr lang="en-US" sz="1800" kern="1200" dirty="0"/>
        </a:p>
      </dsp:txBody>
      <dsp:txXfrm>
        <a:off x="1063657" y="1155467"/>
        <a:ext cx="10987146" cy="920915"/>
      </dsp:txXfrm>
    </dsp:sp>
    <dsp:sp modelId="{1A22A31D-9290-49DB-9A1E-2A0DE13EC8E4}">
      <dsp:nvSpPr>
        <dsp:cNvPr id="0" name=""/>
        <dsp:cNvSpPr/>
      </dsp:nvSpPr>
      <dsp:spPr>
        <a:xfrm>
          <a:off x="0" y="2306612"/>
          <a:ext cx="12050804" cy="92091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8B9A05-9855-4C0F-9178-8FDF9A6E173D}">
      <dsp:nvSpPr>
        <dsp:cNvPr id="0" name=""/>
        <dsp:cNvSpPr/>
      </dsp:nvSpPr>
      <dsp:spPr>
        <a:xfrm>
          <a:off x="278576" y="2513818"/>
          <a:ext cx="506503" cy="50650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DBFB734-3FB8-48E6-BB48-B0765B33DA9B}">
      <dsp:nvSpPr>
        <dsp:cNvPr id="0" name=""/>
        <dsp:cNvSpPr/>
      </dsp:nvSpPr>
      <dsp:spPr>
        <a:xfrm>
          <a:off x="1063657" y="2306612"/>
          <a:ext cx="10987146" cy="920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464" tIns="97464" rIns="97464" bIns="97464" numCol="1" spcCol="1270" anchor="ctr" anchorCtr="0">
          <a:noAutofit/>
        </a:bodyPr>
        <a:lstStyle/>
        <a:p>
          <a:pPr marL="0" lvl="0" indent="0" algn="l" defTabSz="800100">
            <a:lnSpc>
              <a:spcPct val="100000"/>
            </a:lnSpc>
            <a:spcBef>
              <a:spcPct val="0"/>
            </a:spcBef>
            <a:spcAft>
              <a:spcPct val="35000"/>
            </a:spcAft>
            <a:buNone/>
          </a:pPr>
          <a:r>
            <a:rPr lang="en-GB" sz="1800" b="1" kern="1200" dirty="0"/>
            <a:t>Maintain Character Consistency</a:t>
          </a:r>
          <a:r>
            <a:rPr lang="en-GB" sz="1800" kern="1200" dirty="0"/>
            <a:t>: Ensure that subjects remain consistent across different poses, lighting, and environments, preserving their likeness in various edits.</a:t>
          </a:r>
          <a:endParaRPr lang="en-US" sz="1800" kern="1200" dirty="0"/>
        </a:p>
      </dsp:txBody>
      <dsp:txXfrm>
        <a:off x="1063657" y="2306612"/>
        <a:ext cx="10987146" cy="920915"/>
      </dsp:txXfrm>
    </dsp:sp>
    <dsp:sp modelId="{32F6F21D-E48C-4A3C-8BE1-4D0848CDD2E5}">
      <dsp:nvSpPr>
        <dsp:cNvPr id="0" name=""/>
        <dsp:cNvSpPr/>
      </dsp:nvSpPr>
      <dsp:spPr>
        <a:xfrm>
          <a:off x="0" y="3457756"/>
          <a:ext cx="12050804" cy="920915"/>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17D2CC-9BF7-492D-A191-C8182A4E78D8}">
      <dsp:nvSpPr>
        <dsp:cNvPr id="0" name=""/>
        <dsp:cNvSpPr/>
      </dsp:nvSpPr>
      <dsp:spPr>
        <a:xfrm>
          <a:off x="278576" y="3664962"/>
          <a:ext cx="506503" cy="50650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E1B0A56-A581-4FC9-A2AA-EB5BFCA0252B}">
      <dsp:nvSpPr>
        <dsp:cNvPr id="0" name=""/>
        <dsp:cNvSpPr/>
      </dsp:nvSpPr>
      <dsp:spPr>
        <a:xfrm>
          <a:off x="1063657" y="3457756"/>
          <a:ext cx="10987146" cy="920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464" tIns="97464" rIns="97464" bIns="97464" numCol="1" spcCol="1270" anchor="ctr" anchorCtr="0">
          <a:noAutofit/>
        </a:bodyPr>
        <a:lstStyle/>
        <a:p>
          <a:pPr marL="0" lvl="0" indent="0" algn="l" defTabSz="800100">
            <a:lnSpc>
              <a:spcPct val="100000"/>
            </a:lnSpc>
            <a:spcBef>
              <a:spcPct val="0"/>
            </a:spcBef>
            <a:spcAft>
              <a:spcPct val="35000"/>
            </a:spcAft>
            <a:buNone/>
          </a:pPr>
          <a:r>
            <a:rPr lang="en-GB" sz="1800" b="1" kern="1200" dirty="0"/>
            <a:t>Blend Multiple Images</a:t>
          </a:r>
          <a:r>
            <a:rPr lang="en-GB" sz="1800" kern="1200" dirty="0"/>
            <a:t>: Combine elements from different photos to create unique, unified compositions.</a:t>
          </a:r>
          <a:endParaRPr lang="en-US" sz="1800" kern="1200" dirty="0"/>
        </a:p>
      </dsp:txBody>
      <dsp:txXfrm>
        <a:off x="1063657" y="3457756"/>
        <a:ext cx="10987146" cy="920915"/>
      </dsp:txXfrm>
    </dsp:sp>
    <dsp:sp modelId="{CEE4F905-296E-4F3A-AB7F-1A1D7E008F0A}">
      <dsp:nvSpPr>
        <dsp:cNvPr id="0" name=""/>
        <dsp:cNvSpPr/>
      </dsp:nvSpPr>
      <dsp:spPr>
        <a:xfrm>
          <a:off x="0" y="4608900"/>
          <a:ext cx="12050804" cy="920915"/>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0F4753-EAF2-46A9-988D-DF34182D25EF}">
      <dsp:nvSpPr>
        <dsp:cNvPr id="0" name=""/>
        <dsp:cNvSpPr/>
      </dsp:nvSpPr>
      <dsp:spPr>
        <a:xfrm>
          <a:off x="278576" y="4816106"/>
          <a:ext cx="506503" cy="50650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3EC3A3-963D-4B77-821F-2FB182F0116D}">
      <dsp:nvSpPr>
        <dsp:cNvPr id="0" name=""/>
        <dsp:cNvSpPr/>
      </dsp:nvSpPr>
      <dsp:spPr>
        <a:xfrm>
          <a:off x="1063657" y="4608900"/>
          <a:ext cx="10987146" cy="920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464" tIns="97464" rIns="97464" bIns="97464" numCol="1" spcCol="1270" anchor="ctr" anchorCtr="0">
          <a:noAutofit/>
        </a:bodyPr>
        <a:lstStyle/>
        <a:p>
          <a:pPr marL="0" lvl="0" indent="0" algn="l" defTabSz="800100">
            <a:lnSpc>
              <a:spcPct val="100000"/>
            </a:lnSpc>
            <a:spcBef>
              <a:spcPct val="0"/>
            </a:spcBef>
            <a:spcAft>
              <a:spcPct val="35000"/>
            </a:spcAft>
            <a:buNone/>
          </a:pPr>
          <a:r>
            <a:rPr lang="en-GB" sz="1800" b="1" kern="1200" dirty="0"/>
            <a:t>Real-World Reasoning</a:t>
          </a:r>
          <a:r>
            <a:rPr lang="en-GB" sz="1800" kern="1200" dirty="0"/>
            <a:t>: Apply real-world logic to edits, such as adjusting lighting or shadows to match the scene's context.</a:t>
          </a:r>
          <a:endParaRPr lang="en-US" sz="1800" kern="1200" dirty="0"/>
        </a:p>
      </dsp:txBody>
      <dsp:txXfrm>
        <a:off x="1063657" y="4608900"/>
        <a:ext cx="10987146" cy="92091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pPr/>
              <a:t>21/09/2025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xmlns=""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pPr/>
              <a:t>21/09/2025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xmlns=""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pPr/>
              <a:t>21/09/2025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xmlns=""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pPr/>
              <a:t>21/09/2025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xmlns=""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pPr/>
              <a:t>21/09/2025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xmlns=""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pPr/>
              <a:t>21/09/2025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xmlns=""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pPr/>
              <a:t>21/09/2025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xmlns=""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pPr/>
              <a:t>21/09/2025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xmlns=""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pPr/>
              <a:t>21/09/2025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xmlns=""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pPr/>
              <a:t>21/09/2025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xmlns=""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pPr/>
              <a:t>21/09/2025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xmlns=""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pPr/>
              <a:t>21/09/2025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pPr/>
              <a:t>‹#›</a:t>
            </a:fld>
            <a:endParaRPr lang="en-GB"/>
          </a:p>
        </p:txBody>
      </p:sp>
    </p:spTree>
    <p:extLst>
      <p:ext uri="{BB962C8B-B14F-4D97-AF65-F5344CB8AC3E}">
        <p14:creationId xmlns:p14="http://schemas.microsoft.com/office/powerpoint/2010/main" xmlns=""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aistudio.google.com/models/gemini-2-5-flash-image"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playlist?list=PLVlQHNRLflP8Pt3wVlRWRaXZXi79cIwSq" TargetMode="External"/><Relationship Id="rId2" Type="http://schemas.openxmlformats.org/officeDocument/2006/relationships/hyperlink" Target="https://www.youtube.com/playlist?list=PLVlQHNRLflP-SaPff3325gkISMHEznEix" TargetMode="External"/><Relationship Id="rId1" Type="http://schemas.openxmlformats.org/officeDocument/2006/relationships/slideLayout" Target="../slideLayouts/slideLayout1.xml"/><Relationship Id="rId6" Type="http://schemas.openxmlformats.org/officeDocument/2006/relationships/hyperlink" Target="https://www.youtube.com/playlist?list=PLVlQHNRLflP8JthpjvJFaofUkJS1A7qa1" TargetMode="External"/><Relationship Id="rId5" Type="http://schemas.openxmlformats.org/officeDocument/2006/relationships/hyperlink" Target="https://www.youtube.com/playlist?list=PLVlQHNRLflP81c99eg7UhkVZxwPvhTddM" TargetMode="External"/><Relationship Id="rId4" Type="http://schemas.openxmlformats.org/officeDocument/2006/relationships/hyperlink" Target="https://www.youtube.com/playlist?list=PLVlQHNRLflP-BgYmMlM8YQpvQM2J99HE0"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xmlns="" id="{8A95209C-5275-4E15-8EA7-7F42980ABF2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yellow banana in yellow background">
            <a:extLst>
              <a:ext uri="{FF2B5EF4-FFF2-40B4-BE49-F238E27FC236}">
                <a16:creationId xmlns:a16="http://schemas.microsoft.com/office/drawing/2014/main" xmlns="" id="{0E7590A1-A385-E29C-4FA6-6BF7748FAC4D}"/>
              </a:ext>
            </a:extLst>
          </p:cNvPr>
          <p:cNvPicPr>
            <a:picLocks noChangeAspect="1"/>
          </p:cNvPicPr>
          <p:nvPr/>
        </p:nvPicPr>
        <p:blipFill>
          <a:blip r:embed="rId2">
            <a:alphaModFix amt="50000"/>
          </a:blip>
          <a:srcRect t="15709" r="-1" b="-1"/>
          <a:stretch>
            <a:fillRect/>
          </a:stretch>
        </p:blipFill>
        <p:spPr>
          <a:xfrm>
            <a:off x="20" y="10"/>
            <a:ext cx="12188931" cy="6857990"/>
          </a:xfrm>
          <a:prstGeom prst="rect">
            <a:avLst/>
          </a:prstGeom>
        </p:spPr>
      </p:pic>
      <p:sp>
        <p:nvSpPr>
          <p:cNvPr id="2" name="Title 1">
            <a:extLst>
              <a:ext uri="{FF2B5EF4-FFF2-40B4-BE49-F238E27FC236}">
                <a16:creationId xmlns:a16="http://schemas.microsoft.com/office/drawing/2014/main" xmlns="" id="{C47ECEB1-5DD1-5C7D-AA92-BA1C8C80EE56}"/>
              </a:ext>
            </a:extLst>
          </p:cNvPr>
          <p:cNvSpPr>
            <a:spLocks noGrp="1"/>
          </p:cNvSpPr>
          <p:nvPr>
            <p:ph type="ctrTitle"/>
          </p:nvPr>
        </p:nvSpPr>
        <p:spPr>
          <a:xfrm>
            <a:off x="1527048" y="1124712"/>
            <a:ext cx="9144000" cy="3063240"/>
          </a:xfrm>
        </p:spPr>
        <p:txBody>
          <a:bodyPr>
            <a:normAutofit/>
          </a:bodyPr>
          <a:lstStyle/>
          <a:p>
            <a:r>
              <a:rPr lang="en-GB" sz="6600" dirty="0">
                <a:solidFill>
                  <a:schemeClr val="bg1"/>
                </a:solidFill>
              </a:rPr>
              <a:t>NANO BANANA INTEGRATION WITH N8N AGENT</a:t>
            </a:r>
          </a:p>
        </p:txBody>
      </p:sp>
      <p:sp>
        <p:nvSpPr>
          <p:cNvPr id="3" name="Subtitle 2">
            <a:extLst>
              <a:ext uri="{FF2B5EF4-FFF2-40B4-BE49-F238E27FC236}">
                <a16:creationId xmlns:a16="http://schemas.microsoft.com/office/drawing/2014/main" xmlns="" id="{3F941341-CF9C-FC5E-9B40-32BCB91D7A53}"/>
              </a:ext>
            </a:extLst>
          </p:cNvPr>
          <p:cNvSpPr>
            <a:spLocks noGrp="1"/>
          </p:cNvSpPr>
          <p:nvPr>
            <p:ph type="subTitle" idx="1"/>
          </p:nvPr>
        </p:nvSpPr>
        <p:spPr>
          <a:xfrm>
            <a:off x="1527048" y="4599432"/>
            <a:ext cx="9144000" cy="1227520"/>
          </a:xfrm>
        </p:spPr>
        <p:txBody>
          <a:bodyPr vert="horz" lIns="91440" tIns="45720" rIns="91440" bIns="45720" rtlCol="0" anchor="t">
            <a:normAutofit/>
          </a:bodyPr>
          <a:lstStyle/>
          <a:p>
            <a:r>
              <a:rPr lang="en-GB" dirty="0">
                <a:solidFill>
                  <a:schemeClr val="bg1"/>
                </a:solidFill>
              </a:rPr>
              <a:t>KODI PRAKASH SENAPATI</a:t>
            </a:r>
          </a:p>
          <a:p>
            <a:r>
              <a:rPr lang="en-GB" dirty="0">
                <a:solidFill>
                  <a:schemeClr val="bg1"/>
                </a:solidFill>
                <a:ea typeface="+mn-lt"/>
                <a:cs typeface="+mn-lt"/>
              </a:rPr>
              <a:t>https://www.linkedin.com/in/kodi-prakash-senapati-a95a60182/</a:t>
            </a:r>
            <a:endParaRPr lang="en-GB" dirty="0">
              <a:solidFill>
                <a:schemeClr val="bg1"/>
              </a:solidFill>
            </a:endParaRPr>
          </a:p>
        </p:txBody>
      </p:sp>
      <p:sp>
        <p:nvSpPr>
          <p:cNvPr id="25" name="sketchy box">
            <a:extLst>
              <a:ext uri="{FF2B5EF4-FFF2-40B4-BE49-F238E27FC236}">
                <a16:creationId xmlns:a16="http://schemas.microsoft.com/office/drawing/2014/main" xmlns="" id="{4F2ED431-E304-4FF0-9F4E-032783C9D61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V="1">
            <a:off x="838200" y="720953"/>
            <a:ext cx="10515600" cy="5416094"/>
          </a:xfrm>
          <a:custGeom>
            <a:avLst/>
            <a:gdLst>
              <a:gd name="connsiteX0" fmla="*/ 0 w 10515600"/>
              <a:gd name="connsiteY0" fmla="*/ 0 h 5416094"/>
              <a:gd name="connsiteX1" fmla="*/ 552069 w 10515600"/>
              <a:gd name="connsiteY1" fmla="*/ 0 h 5416094"/>
              <a:gd name="connsiteX2" fmla="*/ 893826 w 10515600"/>
              <a:gd name="connsiteY2" fmla="*/ 0 h 5416094"/>
              <a:gd name="connsiteX3" fmla="*/ 1761363 w 10515600"/>
              <a:gd name="connsiteY3" fmla="*/ 0 h 5416094"/>
              <a:gd name="connsiteX4" fmla="*/ 2313432 w 10515600"/>
              <a:gd name="connsiteY4" fmla="*/ 0 h 5416094"/>
              <a:gd name="connsiteX5" fmla="*/ 2865501 w 10515600"/>
              <a:gd name="connsiteY5" fmla="*/ 0 h 5416094"/>
              <a:gd name="connsiteX6" fmla="*/ 3733038 w 10515600"/>
              <a:gd name="connsiteY6" fmla="*/ 0 h 5416094"/>
              <a:gd name="connsiteX7" fmla="*/ 4179951 w 10515600"/>
              <a:gd name="connsiteY7" fmla="*/ 0 h 5416094"/>
              <a:gd name="connsiteX8" fmla="*/ 5047488 w 10515600"/>
              <a:gd name="connsiteY8" fmla="*/ 0 h 5416094"/>
              <a:gd name="connsiteX9" fmla="*/ 5915025 w 10515600"/>
              <a:gd name="connsiteY9" fmla="*/ 0 h 5416094"/>
              <a:gd name="connsiteX10" fmla="*/ 6572250 w 10515600"/>
              <a:gd name="connsiteY10" fmla="*/ 0 h 5416094"/>
              <a:gd name="connsiteX11" fmla="*/ 7439787 w 10515600"/>
              <a:gd name="connsiteY11" fmla="*/ 0 h 5416094"/>
              <a:gd name="connsiteX12" fmla="*/ 7991856 w 10515600"/>
              <a:gd name="connsiteY12" fmla="*/ 0 h 5416094"/>
              <a:gd name="connsiteX13" fmla="*/ 8543925 w 10515600"/>
              <a:gd name="connsiteY13" fmla="*/ 0 h 5416094"/>
              <a:gd name="connsiteX14" fmla="*/ 9306306 w 10515600"/>
              <a:gd name="connsiteY14" fmla="*/ 0 h 5416094"/>
              <a:gd name="connsiteX15" fmla="*/ 9858375 w 10515600"/>
              <a:gd name="connsiteY15" fmla="*/ 0 h 5416094"/>
              <a:gd name="connsiteX16" fmla="*/ 10515600 w 10515600"/>
              <a:gd name="connsiteY16" fmla="*/ 0 h 5416094"/>
              <a:gd name="connsiteX17" fmla="*/ 10515600 w 10515600"/>
              <a:gd name="connsiteY17" fmla="*/ 785334 h 5416094"/>
              <a:gd name="connsiteX18" fmla="*/ 10515600 w 10515600"/>
              <a:gd name="connsiteY18" fmla="*/ 1516506 h 5416094"/>
              <a:gd name="connsiteX19" fmla="*/ 10515600 w 10515600"/>
              <a:gd name="connsiteY19" fmla="*/ 2247679 h 5416094"/>
              <a:gd name="connsiteX20" fmla="*/ 10515600 w 10515600"/>
              <a:gd name="connsiteY20" fmla="*/ 2762208 h 5416094"/>
              <a:gd name="connsiteX21" fmla="*/ 10515600 w 10515600"/>
              <a:gd name="connsiteY21" fmla="*/ 3330898 h 5416094"/>
              <a:gd name="connsiteX22" fmla="*/ 10515600 w 10515600"/>
              <a:gd name="connsiteY22" fmla="*/ 4062071 h 5416094"/>
              <a:gd name="connsiteX23" fmla="*/ 10515600 w 10515600"/>
              <a:gd name="connsiteY23" fmla="*/ 4684921 h 5416094"/>
              <a:gd name="connsiteX24" fmla="*/ 10515600 w 10515600"/>
              <a:gd name="connsiteY24" fmla="*/ 5416094 h 5416094"/>
              <a:gd name="connsiteX25" fmla="*/ 9753219 w 10515600"/>
              <a:gd name="connsiteY25" fmla="*/ 5416094 h 5416094"/>
              <a:gd name="connsiteX26" fmla="*/ 9411462 w 10515600"/>
              <a:gd name="connsiteY26" fmla="*/ 5416094 h 5416094"/>
              <a:gd name="connsiteX27" fmla="*/ 8754237 w 10515600"/>
              <a:gd name="connsiteY27" fmla="*/ 5416094 h 5416094"/>
              <a:gd name="connsiteX28" fmla="*/ 8307324 w 10515600"/>
              <a:gd name="connsiteY28" fmla="*/ 5416094 h 5416094"/>
              <a:gd name="connsiteX29" fmla="*/ 7544943 w 10515600"/>
              <a:gd name="connsiteY29" fmla="*/ 5416094 h 5416094"/>
              <a:gd name="connsiteX30" fmla="*/ 7098030 w 10515600"/>
              <a:gd name="connsiteY30" fmla="*/ 5416094 h 5416094"/>
              <a:gd name="connsiteX31" fmla="*/ 6335649 w 10515600"/>
              <a:gd name="connsiteY31" fmla="*/ 5416094 h 5416094"/>
              <a:gd name="connsiteX32" fmla="*/ 5993892 w 10515600"/>
              <a:gd name="connsiteY32" fmla="*/ 5416094 h 5416094"/>
              <a:gd name="connsiteX33" fmla="*/ 5231511 w 10515600"/>
              <a:gd name="connsiteY33" fmla="*/ 5416094 h 5416094"/>
              <a:gd name="connsiteX34" fmla="*/ 4784598 w 10515600"/>
              <a:gd name="connsiteY34" fmla="*/ 5416094 h 5416094"/>
              <a:gd name="connsiteX35" fmla="*/ 4442841 w 10515600"/>
              <a:gd name="connsiteY35" fmla="*/ 5416094 h 5416094"/>
              <a:gd name="connsiteX36" fmla="*/ 3995928 w 10515600"/>
              <a:gd name="connsiteY36" fmla="*/ 5416094 h 5416094"/>
              <a:gd name="connsiteX37" fmla="*/ 3233547 w 10515600"/>
              <a:gd name="connsiteY37" fmla="*/ 5416094 h 5416094"/>
              <a:gd name="connsiteX38" fmla="*/ 2786634 w 10515600"/>
              <a:gd name="connsiteY38" fmla="*/ 5416094 h 5416094"/>
              <a:gd name="connsiteX39" fmla="*/ 2444877 w 10515600"/>
              <a:gd name="connsiteY39" fmla="*/ 5416094 h 5416094"/>
              <a:gd name="connsiteX40" fmla="*/ 1997964 w 10515600"/>
              <a:gd name="connsiteY40" fmla="*/ 5416094 h 5416094"/>
              <a:gd name="connsiteX41" fmla="*/ 1445895 w 10515600"/>
              <a:gd name="connsiteY41" fmla="*/ 5416094 h 5416094"/>
              <a:gd name="connsiteX42" fmla="*/ 788670 w 10515600"/>
              <a:gd name="connsiteY42" fmla="*/ 5416094 h 5416094"/>
              <a:gd name="connsiteX43" fmla="*/ 0 w 10515600"/>
              <a:gd name="connsiteY43" fmla="*/ 5416094 h 5416094"/>
              <a:gd name="connsiteX44" fmla="*/ 0 w 10515600"/>
              <a:gd name="connsiteY44" fmla="*/ 4630760 h 5416094"/>
              <a:gd name="connsiteX45" fmla="*/ 0 w 10515600"/>
              <a:gd name="connsiteY45" fmla="*/ 3953749 h 5416094"/>
              <a:gd name="connsiteX46" fmla="*/ 0 w 10515600"/>
              <a:gd name="connsiteY46" fmla="*/ 3276737 h 5416094"/>
              <a:gd name="connsiteX47" fmla="*/ 0 w 10515600"/>
              <a:gd name="connsiteY47" fmla="*/ 2599725 h 5416094"/>
              <a:gd name="connsiteX48" fmla="*/ 0 w 10515600"/>
              <a:gd name="connsiteY48" fmla="*/ 1922713 h 5416094"/>
              <a:gd name="connsiteX49" fmla="*/ 0 w 10515600"/>
              <a:gd name="connsiteY49" fmla="*/ 1299863 h 5416094"/>
              <a:gd name="connsiteX50" fmla="*/ 0 w 10515600"/>
              <a:gd name="connsiteY5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0515600" h="5416094"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24919" y="196329"/>
                  <a:pt x="10549062" y="488432"/>
                  <a:pt x="10515600" y="785334"/>
                </a:cubicBezTo>
                <a:cubicBezTo>
                  <a:pt x="10482138" y="1082236"/>
                  <a:pt x="10536385" y="1323726"/>
                  <a:pt x="10515600" y="1516506"/>
                </a:cubicBezTo>
                <a:cubicBezTo>
                  <a:pt x="10494815" y="1709286"/>
                  <a:pt x="10546328" y="2097632"/>
                  <a:pt x="10515600" y="2247679"/>
                </a:cubicBezTo>
                <a:cubicBezTo>
                  <a:pt x="10484872" y="2397726"/>
                  <a:pt x="10491771" y="2577292"/>
                  <a:pt x="10515600" y="2762208"/>
                </a:cubicBezTo>
                <a:cubicBezTo>
                  <a:pt x="10539429" y="2947124"/>
                  <a:pt x="10511007" y="3105736"/>
                  <a:pt x="10515600" y="3330898"/>
                </a:cubicBezTo>
                <a:cubicBezTo>
                  <a:pt x="10520194" y="3556060"/>
                  <a:pt x="10497393" y="3882611"/>
                  <a:pt x="10515600" y="4062071"/>
                </a:cubicBezTo>
                <a:cubicBezTo>
                  <a:pt x="10533807" y="4241531"/>
                  <a:pt x="10544791" y="4505155"/>
                  <a:pt x="10515600" y="4684921"/>
                </a:cubicBezTo>
                <a:cubicBezTo>
                  <a:pt x="10486410" y="4864687"/>
                  <a:pt x="10497356" y="5246484"/>
                  <a:pt x="10515600" y="5416094"/>
                </a:cubicBezTo>
                <a:cubicBezTo>
                  <a:pt x="10245623" y="5445692"/>
                  <a:pt x="10029676" y="5415505"/>
                  <a:pt x="9753219" y="5416094"/>
                </a:cubicBezTo>
                <a:cubicBezTo>
                  <a:pt x="9476762" y="5416683"/>
                  <a:pt x="9553148" y="5422760"/>
                  <a:pt x="9411462" y="5416094"/>
                </a:cubicBezTo>
                <a:cubicBezTo>
                  <a:pt x="9269776" y="5409428"/>
                  <a:pt x="8927709" y="5385012"/>
                  <a:pt x="8754237" y="5416094"/>
                </a:cubicBezTo>
                <a:cubicBezTo>
                  <a:pt x="8580766" y="5447176"/>
                  <a:pt x="8413264" y="5410024"/>
                  <a:pt x="8307324" y="5416094"/>
                </a:cubicBezTo>
                <a:cubicBezTo>
                  <a:pt x="8201384" y="5422164"/>
                  <a:pt x="7912690" y="5421686"/>
                  <a:pt x="7544943" y="5416094"/>
                </a:cubicBezTo>
                <a:cubicBezTo>
                  <a:pt x="7177196" y="5410502"/>
                  <a:pt x="7304235" y="5418502"/>
                  <a:pt x="7098030" y="5416094"/>
                </a:cubicBezTo>
                <a:cubicBezTo>
                  <a:pt x="6891825" y="5413686"/>
                  <a:pt x="6541479" y="5434609"/>
                  <a:pt x="6335649" y="5416094"/>
                </a:cubicBezTo>
                <a:cubicBezTo>
                  <a:pt x="6129819" y="5397579"/>
                  <a:pt x="6106541" y="5402791"/>
                  <a:pt x="5993892" y="5416094"/>
                </a:cubicBezTo>
                <a:cubicBezTo>
                  <a:pt x="5881243" y="5429397"/>
                  <a:pt x="5545248" y="5437743"/>
                  <a:pt x="5231511" y="5416094"/>
                </a:cubicBezTo>
                <a:cubicBezTo>
                  <a:pt x="4917774" y="5394445"/>
                  <a:pt x="4963237" y="5426599"/>
                  <a:pt x="4784598" y="5416094"/>
                </a:cubicBezTo>
                <a:cubicBezTo>
                  <a:pt x="4605959" y="5405589"/>
                  <a:pt x="4605904" y="5406658"/>
                  <a:pt x="4442841" y="5416094"/>
                </a:cubicBezTo>
                <a:cubicBezTo>
                  <a:pt x="4279778" y="5425530"/>
                  <a:pt x="4177180" y="5426138"/>
                  <a:pt x="3995928" y="5416094"/>
                </a:cubicBezTo>
                <a:cubicBezTo>
                  <a:pt x="3814676" y="5406050"/>
                  <a:pt x="3516440" y="5429234"/>
                  <a:pt x="3233547" y="5416094"/>
                </a:cubicBezTo>
                <a:cubicBezTo>
                  <a:pt x="2950654" y="5402954"/>
                  <a:pt x="2884354" y="5436103"/>
                  <a:pt x="2786634" y="5416094"/>
                </a:cubicBezTo>
                <a:cubicBezTo>
                  <a:pt x="2688914" y="5396085"/>
                  <a:pt x="2522958" y="5423232"/>
                  <a:pt x="2444877" y="5416094"/>
                </a:cubicBezTo>
                <a:cubicBezTo>
                  <a:pt x="2366796" y="5408956"/>
                  <a:pt x="2104768" y="5395479"/>
                  <a:pt x="1997964" y="5416094"/>
                </a:cubicBezTo>
                <a:cubicBezTo>
                  <a:pt x="1891160" y="5436709"/>
                  <a:pt x="1573016" y="5412376"/>
                  <a:pt x="1445895" y="5416094"/>
                </a:cubicBezTo>
                <a:cubicBezTo>
                  <a:pt x="1318774" y="5419812"/>
                  <a:pt x="986443" y="5400529"/>
                  <a:pt x="788670" y="5416094"/>
                </a:cubicBezTo>
                <a:cubicBezTo>
                  <a:pt x="590897" y="5431659"/>
                  <a:pt x="363709" y="5381266"/>
                  <a:pt x="0" y="5416094"/>
                </a:cubicBezTo>
                <a:cubicBezTo>
                  <a:pt x="-22973" y="5218643"/>
                  <a:pt x="-26699" y="5010779"/>
                  <a:pt x="0" y="4630760"/>
                </a:cubicBezTo>
                <a:cubicBezTo>
                  <a:pt x="26699" y="4250741"/>
                  <a:pt x="-15389" y="4196664"/>
                  <a:pt x="0" y="3953749"/>
                </a:cubicBezTo>
                <a:cubicBezTo>
                  <a:pt x="15389" y="3710834"/>
                  <a:pt x="468" y="3611311"/>
                  <a:pt x="0" y="3276737"/>
                </a:cubicBezTo>
                <a:cubicBezTo>
                  <a:pt x="-468" y="2942163"/>
                  <a:pt x="15360" y="2781998"/>
                  <a:pt x="0" y="2599725"/>
                </a:cubicBezTo>
                <a:cubicBezTo>
                  <a:pt x="-15360" y="2417452"/>
                  <a:pt x="14816" y="2100232"/>
                  <a:pt x="0" y="1922713"/>
                </a:cubicBezTo>
                <a:cubicBezTo>
                  <a:pt x="-14816" y="1745194"/>
                  <a:pt x="-24648" y="1604167"/>
                  <a:pt x="0" y="1299863"/>
                </a:cubicBezTo>
                <a:cubicBezTo>
                  <a:pt x="24648" y="995559"/>
                  <a:pt x="2182" y="279525"/>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sketchy line">
            <a:extLst>
              <a:ext uri="{FF2B5EF4-FFF2-40B4-BE49-F238E27FC236}">
                <a16:creationId xmlns:a16="http://schemas.microsoft.com/office/drawing/2014/main" xmlns="" id="{4E87FCFB-2CCE-460D-B3DD-557C8BD1B94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974206" y="4419423"/>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alpha val="75000"/>
            </a:srgbClr>
          </a:solidFill>
          <a:ln w="41275" cap="rnd">
            <a:solidFill>
              <a:schemeClr val="bg1">
                <a:alpha val="75000"/>
              </a:schemeClr>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10847736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xmlns="" id="{1A9F7B4E-B03D-4F64-BE33-00D074458D4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FC51CDC5-38D6-7E21-37D4-2686F6669661}"/>
              </a:ext>
            </a:extLst>
          </p:cNvPr>
          <p:cNvSpPr>
            <a:spLocks noGrp="1"/>
          </p:cNvSpPr>
          <p:nvPr>
            <p:ph type="title"/>
          </p:nvPr>
        </p:nvSpPr>
        <p:spPr>
          <a:xfrm>
            <a:off x="904460" y="365125"/>
            <a:ext cx="3204819" cy="1314520"/>
          </a:xfrm>
        </p:spPr>
        <p:txBody>
          <a:bodyPr>
            <a:normAutofit/>
          </a:bodyPr>
          <a:lstStyle/>
          <a:p>
            <a:r>
              <a:rPr lang="en-GB" sz="5400" b="1" dirty="0">
                <a:solidFill>
                  <a:schemeClr val="bg1"/>
                </a:solidFill>
                <a:highlight>
                  <a:srgbClr val="800000"/>
                </a:highlight>
              </a:rPr>
              <a:t>AGENDA </a:t>
            </a:r>
            <a:endParaRPr lang="en-GB" sz="5400" b="1">
              <a:solidFill>
                <a:schemeClr val="bg1"/>
              </a:solidFill>
              <a:highlight>
                <a:srgbClr val="800000"/>
              </a:highlight>
            </a:endParaRPr>
          </a:p>
        </p:txBody>
      </p:sp>
      <p:sp>
        <p:nvSpPr>
          <p:cNvPr id="44" name="sketchy line">
            <a:extLst>
              <a:ext uri="{FF2B5EF4-FFF2-40B4-BE49-F238E27FC236}">
                <a16:creationId xmlns:a16="http://schemas.microsoft.com/office/drawing/2014/main" xmlns="" id="{7E2BE7F7-CA89-4002-ACCE-A478AEA24F5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914399" y="1681544"/>
            <a:ext cx="9692640" cy="18288"/>
          </a:xfrm>
          <a:custGeom>
            <a:avLst/>
            <a:gdLst>
              <a:gd name="connsiteX0" fmla="*/ 0 w 9692640"/>
              <a:gd name="connsiteY0" fmla="*/ 0 h 18288"/>
              <a:gd name="connsiteX1" fmla="*/ 401552 w 9692640"/>
              <a:gd name="connsiteY1" fmla="*/ 0 h 18288"/>
              <a:gd name="connsiteX2" fmla="*/ 996957 w 9692640"/>
              <a:gd name="connsiteY2" fmla="*/ 0 h 18288"/>
              <a:gd name="connsiteX3" fmla="*/ 1398509 w 9692640"/>
              <a:gd name="connsiteY3" fmla="*/ 0 h 18288"/>
              <a:gd name="connsiteX4" fmla="*/ 2090841 w 9692640"/>
              <a:gd name="connsiteY4" fmla="*/ 0 h 18288"/>
              <a:gd name="connsiteX5" fmla="*/ 2686246 w 9692640"/>
              <a:gd name="connsiteY5" fmla="*/ 0 h 18288"/>
              <a:gd name="connsiteX6" fmla="*/ 3475504 w 9692640"/>
              <a:gd name="connsiteY6" fmla="*/ 0 h 18288"/>
              <a:gd name="connsiteX7" fmla="*/ 4361688 w 9692640"/>
              <a:gd name="connsiteY7" fmla="*/ 0 h 18288"/>
              <a:gd name="connsiteX8" fmla="*/ 5054019 w 9692640"/>
              <a:gd name="connsiteY8" fmla="*/ 0 h 18288"/>
              <a:gd name="connsiteX9" fmla="*/ 5940204 w 9692640"/>
              <a:gd name="connsiteY9" fmla="*/ 0 h 18288"/>
              <a:gd name="connsiteX10" fmla="*/ 6632535 w 9692640"/>
              <a:gd name="connsiteY10" fmla="*/ 0 h 18288"/>
              <a:gd name="connsiteX11" fmla="*/ 7034087 w 9692640"/>
              <a:gd name="connsiteY11" fmla="*/ 0 h 18288"/>
              <a:gd name="connsiteX12" fmla="*/ 7532566 w 9692640"/>
              <a:gd name="connsiteY12" fmla="*/ 0 h 18288"/>
              <a:gd name="connsiteX13" fmla="*/ 8418750 w 9692640"/>
              <a:gd name="connsiteY13" fmla="*/ 0 h 18288"/>
              <a:gd name="connsiteX14" fmla="*/ 9692640 w 9692640"/>
              <a:gd name="connsiteY14" fmla="*/ 0 h 18288"/>
              <a:gd name="connsiteX15" fmla="*/ 9692640 w 9692640"/>
              <a:gd name="connsiteY15" fmla="*/ 18288 h 18288"/>
              <a:gd name="connsiteX16" fmla="*/ 9000309 w 9692640"/>
              <a:gd name="connsiteY16" fmla="*/ 18288 h 18288"/>
              <a:gd name="connsiteX17" fmla="*/ 8307977 w 9692640"/>
              <a:gd name="connsiteY17" fmla="*/ 18288 h 18288"/>
              <a:gd name="connsiteX18" fmla="*/ 7712572 w 9692640"/>
              <a:gd name="connsiteY18" fmla="*/ 18288 h 18288"/>
              <a:gd name="connsiteX19" fmla="*/ 7214093 w 9692640"/>
              <a:gd name="connsiteY19" fmla="*/ 18288 h 18288"/>
              <a:gd name="connsiteX20" fmla="*/ 6327909 w 9692640"/>
              <a:gd name="connsiteY20" fmla="*/ 18288 h 18288"/>
              <a:gd name="connsiteX21" fmla="*/ 5635578 w 9692640"/>
              <a:gd name="connsiteY21" fmla="*/ 18288 h 18288"/>
              <a:gd name="connsiteX22" fmla="*/ 4846320 w 9692640"/>
              <a:gd name="connsiteY22" fmla="*/ 18288 h 18288"/>
              <a:gd name="connsiteX23" fmla="*/ 4444768 w 9692640"/>
              <a:gd name="connsiteY23" fmla="*/ 18288 h 18288"/>
              <a:gd name="connsiteX24" fmla="*/ 3946289 w 9692640"/>
              <a:gd name="connsiteY24" fmla="*/ 18288 h 18288"/>
              <a:gd name="connsiteX25" fmla="*/ 3253958 w 9692640"/>
              <a:gd name="connsiteY25" fmla="*/ 18288 h 18288"/>
              <a:gd name="connsiteX26" fmla="*/ 2464700 w 9692640"/>
              <a:gd name="connsiteY26" fmla="*/ 18288 h 18288"/>
              <a:gd name="connsiteX27" fmla="*/ 2063148 w 9692640"/>
              <a:gd name="connsiteY27" fmla="*/ 18288 h 18288"/>
              <a:gd name="connsiteX28" fmla="*/ 1661595 w 9692640"/>
              <a:gd name="connsiteY28" fmla="*/ 18288 h 18288"/>
              <a:gd name="connsiteX29" fmla="*/ 969264 w 9692640"/>
              <a:gd name="connsiteY29" fmla="*/ 18288 h 18288"/>
              <a:gd name="connsiteX30" fmla="*/ 0 w 9692640"/>
              <a:gd name="connsiteY30" fmla="*/ 18288 h 18288"/>
              <a:gd name="connsiteX31" fmla="*/ 0 w 9692640"/>
              <a:gd name="connsiteY3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692640" h="18288" fill="none" extrusionOk="0">
                <a:moveTo>
                  <a:pt x="0" y="0"/>
                </a:moveTo>
                <a:cubicBezTo>
                  <a:pt x="142992" y="4732"/>
                  <a:pt x="265909" y="-3365"/>
                  <a:pt x="401552" y="0"/>
                </a:cubicBezTo>
                <a:cubicBezTo>
                  <a:pt x="537195" y="3365"/>
                  <a:pt x="738153" y="6482"/>
                  <a:pt x="996957" y="0"/>
                </a:cubicBezTo>
                <a:cubicBezTo>
                  <a:pt x="1255762" y="-6482"/>
                  <a:pt x="1280511" y="12509"/>
                  <a:pt x="1398509" y="0"/>
                </a:cubicBezTo>
                <a:cubicBezTo>
                  <a:pt x="1516507" y="-12509"/>
                  <a:pt x="1782573" y="-31523"/>
                  <a:pt x="2090841" y="0"/>
                </a:cubicBezTo>
                <a:cubicBezTo>
                  <a:pt x="2399109" y="31523"/>
                  <a:pt x="2488380" y="26286"/>
                  <a:pt x="2686246" y="0"/>
                </a:cubicBezTo>
                <a:cubicBezTo>
                  <a:pt x="2884112" y="-26286"/>
                  <a:pt x="3186024" y="-14734"/>
                  <a:pt x="3475504" y="0"/>
                </a:cubicBezTo>
                <a:cubicBezTo>
                  <a:pt x="3764984" y="14734"/>
                  <a:pt x="4053017" y="43292"/>
                  <a:pt x="4361688" y="0"/>
                </a:cubicBezTo>
                <a:cubicBezTo>
                  <a:pt x="4670359" y="-43292"/>
                  <a:pt x="4736164" y="-729"/>
                  <a:pt x="5054019" y="0"/>
                </a:cubicBezTo>
                <a:cubicBezTo>
                  <a:pt x="5371874" y="729"/>
                  <a:pt x="5543528" y="-22963"/>
                  <a:pt x="5940204" y="0"/>
                </a:cubicBezTo>
                <a:cubicBezTo>
                  <a:pt x="6336881" y="22963"/>
                  <a:pt x="6423838" y="6469"/>
                  <a:pt x="6632535" y="0"/>
                </a:cubicBezTo>
                <a:cubicBezTo>
                  <a:pt x="6841232" y="-6469"/>
                  <a:pt x="6852819" y="17036"/>
                  <a:pt x="7034087" y="0"/>
                </a:cubicBezTo>
                <a:cubicBezTo>
                  <a:pt x="7215355" y="-17036"/>
                  <a:pt x="7313136" y="11151"/>
                  <a:pt x="7532566" y="0"/>
                </a:cubicBezTo>
                <a:cubicBezTo>
                  <a:pt x="7751996" y="-11151"/>
                  <a:pt x="8015001" y="25614"/>
                  <a:pt x="8418750" y="0"/>
                </a:cubicBezTo>
                <a:cubicBezTo>
                  <a:pt x="8822499" y="-25614"/>
                  <a:pt x="9163239" y="48603"/>
                  <a:pt x="9692640" y="0"/>
                </a:cubicBezTo>
                <a:cubicBezTo>
                  <a:pt x="9691955" y="4437"/>
                  <a:pt x="9693170" y="10717"/>
                  <a:pt x="9692640" y="18288"/>
                </a:cubicBezTo>
                <a:cubicBezTo>
                  <a:pt x="9545125" y="42172"/>
                  <a:pt x="9164259" y="6706"/>
                  <a:pt x="9000309" y="18288"/>
                </a:cubicBezTo>
                <a:cubicBezTo>
                  <a:pt x="8836359" y="29870"/>
                  <a:pt x="8521035" y="-14108"/>
                  <a:pt x="8307977" y="18288"/>
                </a:cubicBezTo>
                <a:cubicBezTo>
                  <a:pt x="8094919" y="50684"/>
                  <a:pt x="7881757" y="11235"/>
                  <a:pt x="7712572" y="18288"/>
                </a:cubicBezTo>
                <a:cubicBezTo>
                  <a:pt x="7543387" y="25341"/>
                  <a:pt x="7358861" y="20625"/>
                  <a:pt x="7214093" y="18288"/>
                </a:cubicBezTo>
                <a:cubicBezTo>
                  <a:pt x="7069325" y="15951"/>
                  <a:pt x="6523705" y="52160"/>
                  <a:pt x="6327909" y="18288"/>
                </a:cubicBezTo>
                <a:cubicBezTo>
                  <a:pt x="6132113" y="-15584"/>
                  <a:pt x="5923847" y="21204"/>
                  <a:pt x="5635578" y="18288"/>
                </a:cubicBezTo>
                <a:cubicBezTo>
                  <a:pt x="5347309" y="15372"/>
                  <a:pt x="5114749" y="50642"/>
                  <a:pt x="4846320" y="18288"/>
                </a:cubicBezTo>
                <a:cubicBezTo>
                  <a:pt x="4577891" y="-14066"/>
                  <a:pt x="4576701" y="1487"/>
                  <a:pt x="4444768" y="18288"/>
                </a:cubicBezTo>
                <a:cubicBezTo>
                  <a:pt x="4312835" y="35089"/>
                  <a:pt x="4112575" y="15158"/>
                  <a:pt x="3946289" y="18288"/>
                </a:cubicBezTo>
                <a:cubicBezTo>
                  <a:pt x="3780003" y="21418"/>
                  <a:pt x="3396009" y="18797"/>
                  <a:pt x="3253958" y="18288"/>
                </a:cubicBezTo>
                <a:cubicBezTo>
                  <a:pt x="3111907" y="17779"/>
                  <a:pt x="2760272" y="57223"/>
                  <a:pt x="2464700" y="18288"/>
                </a:cubicBezTo>
                <a:cubicBezTo>
                  <a:pt x="2169128" y="-20647"/>
                  <a:pt x="2232262" y="7960"/>
                  <a:pt x="2063148" y="18288"/>
                </a:cubicBezTo>
                <a:cubicBezTo>
                  <a:pt x="1894034" y="28616"/>
                  <a:pt x="1799338" y="3019"/>
                  <a:pt x="1661595" y="18288"/>
                </a:cubicBezTo>
                <a:cubicBezTo>
                  <a:pt x="1523852" y="33557"/>
                  <a:pt x="1113928" y="-4352"/>
                  <a:pt x="969264" y="18288"/>
                </a:cubicBezTo>
                <a:cubicBezTo>
                  <a:pt x="824600" y="40928"/>
                  <a:pt x="356149" y="-3128"/>
                  <a:pt x="0" y="18288"/>
                </a:cubicBezTo>
                <a:cubicBezTo>
                  <a:pt x="-540" y="12521"/>
                  <a:pt x="894" y="7749"/>
                  <a:pt x="0" y="0"/>
                </a:cubicBezTo>
                <a:close/>
              </a:path>
              <a:path w="9692640" h="18288" stroke="0" extrusionOk="0">
                <a:moveTo>
                  <a:pt x="0" y="0"/>
                </a:moveTo>
                <a:cubicBezTo>
                  <a:pt x="162642" y="3864"/>
                  <a:pt x="346119" y="-18364"/>
                  <a:pt x="498479" y="0"/>
                </a:cubicBezTo>
                <a:cubicBezTo>
                  <a:pt x="650839" y="18364"/>
                  <a:pt x="712065" y="-9389"/>
                  <a:pt x="900031" y="0"/>
                </a:cubicBezTo>
                <a:cubicBezTo>
                  <a:pt x="1087997" y="9389"/>
                  <a:pt x="1177291" y="3685"/>
                  <a:pt x="1398509" y="0"/>
                </a:cubicBezTo>
                <a:cubicBezTo>
                  <a:pt x="1619727" y="-3685"/>
                  <a:pt x="1874008" y="-8897"/>
                  <a:pt x="2090841" y="0"/>
                </a:cubicBezTo>
                <a:cubicBezTo>
                  <a:pt x="2307674" y="8897"/>
                  <a:pt x="2573432" y="-313"/>
                  <a:pt x="2880099" y="0"/>
                </a:cubicBezTo>
                <a:cubicBezTo>
                  <a:pt x="3186766" y="313"/>
                  <a:pt x="3422577" y="10664"/>
                  <a:pt x="3766283" y="0"/>
                </a:cubicBezTo>
                <a:cubicBezTo>
                  <a:pt x="4109989" y="-10664"/>
                  <a:pt x="4342683" y="-32873"/>
                  <a:pt x="4652467" y="0"/>
                </a:cubicBezTo>
                <a:cubicBezTo>
                  <a:pt x="4962251" y="32873"/>
                  <a:pt x="5122120" y="29155"/>
                  <a:pt x="5247872" y="0"/>
                </a:cubicBezTo>
                <a:cubicBezTo>
                  <a:pt x="5373625" y="-29155"/>
                  <a:pt x="5749491" y="1706"/>
                  <a:pt x="6037130" y="0"/>
                </a:cubicBezTo>
                <a:cubicBezTo>
                  <a:pt x="6324769" y="-1706"/>
                  <a:pt x="6531407" y="1172"/>
                  <a:pt x="6729461" y="0"/>
                </a:cubicBezTo>
                <a:cubicBezTo>
                  <a:pt x="6927515" y="-1172"/>
                  <a:pt x="7096794" y="-1520"/>
                  <a:pt x="7324867" y="0"/>
                </a:cubicBezTo>
                <a:cubicBezTo>
                  <a:pt x="7552940" y="1520"/>
                  <a:pt x="7878827" y="-17110"/>
                  <a:pt x="8114124" y="0"/>
                </a:cubicBezTo>
                <a:cubicBezTo>
                  <a:pt x="8349421" y="17110"/>
                  <a:pt x="8334208" y="15114"/>
                  <a:pt x="8515677" y="0"/>
                </a:cubicBezTo>
                <a:cubicBezTo>
                  <a:pt x="8697146" y="-15114"/>
                  <a:pt x="9236164" y="22466"/>
                  <a:pt x="9692640" y="0"/>
                </a:cubicBezTo>
                <a:cubicBezTo>
                  <a:pt x="9692735" y="8251"/>
                  <a:pt x="9692514" y="12333"/>
                  <a:pt x="9692640" y="18288"/>
                </a:cubicBezTo>
                <a:cubicBezTo>
                  <a:pt x="9410102" y="47398"/>
                  <a:pt x="9172773" y="7109"/>
                  <a:pt x="9000309" y="18288"/>
                </a:cubicBezTo>
                <a:cubicBezTo>
                  <a:pt x="8827845" y="29467"/>
                  <a:pt x="8713608" y="28372"/>
                  <a:pt x="8501830" y="18288"/>
                </a:cubicBezTo>
                <a:cubicBezTo>
                  <a:pt x="8290052" y="8204"/>
                  <a:pt x="7893416" y="3561"/>
                  <a:pt x="7712572" y="18288"/>
                </a:cubicBezTo>
                <a:cubicBezTo>
                  <a:pt x="7531728" y="33015"/>
                  <a:pt x="7480716" y="17052"/>
                  <a:pt x="7311020" y="18288"/>
                </a:cubicBezTo>
                <a:cubicBezTo>
                  <a:pt x="7141324" y="19524"/>
                  <a:pt x="6962706" y="15975"/>
                  <a:pt x="6618688" y="18288"/>
                </a:cubicBezTo>
                <a:cubicBezTo>
                  <a:pt x="6274670" y="20601"/>
                  <a:pt x="6230664" y="-1692"/>
                  <a:pt x="6120210" y="18288"/>
                </a:cubicBezTo>
                <a:cubicBezTo>
                  <a:pt x="6009756" y="38268"/>
                  <a:pt x="5442516" y="28115"/>
                  <a:pt x="5234026" y="18288"/>
                </a:cubicBezTo>
                <a:cubicBezTo>
                  <a:pt x="5025536" y="8461"/>
                  <a:pt x="4953693" y="18182"/>
                  <a:pt x="4832473" y="18288"/>
                </a:cubicBezTo>
                <a:cubicBezTo>
                  <a:pt x="4711253" y="18394"/>
                  <a:pt x="4414565" y="-11251"/>
                  <a:pt x="4140142" y="18288"/>
                </a:cubicBezTo>
                <a:cubicBezTo>
                  <a:pt x="3865719" y="47827"/>
                  <a:pt x="3819081" y="16772"/>
                  <a:pt x="3738590" y="18288"/>
                </a:cubicBezTo>
                <a:cubicBezTo>
                  <a:pt x="3658099" y="19804"/>
                  <a:pt x="3427576" y="1385"/>
                  <a:pt x="3240111" y="18288"/>
                </a:cubicBezTo>
                <a:cubicBezTo>
                  <a:pt x="3052646" y="35191"/>
                  <a:pt x="2749652" y="-13914"/>
                  <a:pt x="2450853" y="18288"/>
                </a:cubicBezTo>
                <a:cubicBezTo>
                  <a:pt x="2152054" y="50490"/>
                  <a:pt x="1928331" y="61101"/>
                  <a:pt x="1564669" y="18288"/>
                </a:cubicBezTo>
                <a:cubicBezTo>
                  <a:pt x="1201007" y="-24525"/>
                  <a:pt x="1217828" y="-275"/>
                  <a:pt x="1066190" y="18288"/>
                </a:cubicBezTo>
                <a:cubicBezTo>
                  <a:pt x="914552" y="36851"/>
                  <a:pt x="418290" y="-14785"/>
                  <a:pt x="0" y="18288"/>
                </a:cubicBezTo>
                <a:cubicBezTo>
                  <a:pt x="641" y="14236"/>
                  <a:pt x="889" y="755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xmln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0" name="Content Placeholder 2">
            <a:extLst>
              <a:ext uri="{FF2B5EF4-FFF2-40B4-BE49-F238E27FC236}">
                <a16:creationId xmlns:a16="http://schemas.microsoft.com/office/drawing/2014/main" xmlns="" id="{E917377C-3367-3EB9-CDAA-04B125BEBD32}"/>
              </a:ext>
            </a:extLst>
          </p:cNvPr>
          <p:cNvGraphicFramePr>
            <a:graphicFrameLocks noGrp="1"/>
          </p:cNvGraphicFramePr>
          <p:nvPr>
            <p:ph idx="1"/>
            <p:extLst>
              <p:ext uri="{D42A27DB-BD31-4B8C-83A1-F6EECF244321}">
                <p14:modId xmlns:p14="http://schemas.microsoft.com/office/powerpoint/2010/main" xmlns="" val="1670271941"/>
              </p:ext>
            </p:extLst>
          </p:nvPr>
        </p:nvGraphicFramePr>
        <p:xfrm>
          <a:off x="396461" y="1894011"/>
          <a:ext cx="11388035" cy="49609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234201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xmlns="" id="{4C9B56B5-F98E-81ED-0BD1-787BF98EC94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53B021B3-DE93-4AB7-8A18-CF5F1CED88B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9492FE52-6339-868B-B759-B5ACA1CE8601}"/>
              </a:ext>
            </a:extLst>
          </p:cNvPr>
          <p:cNvSpPr>
            <a:spLocks noGrp="1"/>
          </p:cNvSpPr>
          <p:nvPr>
            <p:ph type="title"/>
          </p:nvPr>
        </p:nvSpPr>
        <p:spPr>
          <a:xfrm>
            <a:off x="292160" y="-1703"/>
            <a:ext cx="7940308" cy="1149455"/>
          </a:xfrm>
        </p:spPr>
        <p:txBody>
          <a:bodyPr anchor="b">
            <a:noAutofit/>
          </a:bodyPr>
          <a:lstStyle/>
          <a:p>
            <a:r>
              <a:rPr lang="en-GB" sz="4800" b="1" dirty="0">
                <a:highlight>
                  <a:srgbClr val="FFFF00"/>
                </a:highlight>
              </a:rPr>
              <a:t>What is Nano Banana?</a:t>
            </a:r>
          </a:p>
        </p:txBody>
      </p:sp>
      <p:sp>
        <p:nvSpPr>
          <p:cNvPr id="11" name="Rectangle 10">
            <a:extLst>
              <a:ext uri="{FF2B5EF4-FFF2-40B4-BE49-F238E27FC236}">
                <a16:creationId xmlns:a16="http://schemas.microsoft.com/office/drawing/2014/main" xmlns="" id="{52D502E5-F6B4-4D58-B4AE-FC466FF15EE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xmlns="" id="{9DECDBF4-02B6-4BB4-B65B-B8107AD6A9E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xmlns="" id="{FCF3513F-04EB-F693-8473-CD828BBEBA22}"/>
              </a:ext>
            </a:extLst>
          </p:cNvPr>
          <p:cNvGraphicFramePr>
            <a:graphicFrameLocks noGrp="1"/>
          </p:cNvGraphicFramePr>
          <p:nvPr>
            <p:ph idx="1"/>
            <p:extLst>
              <p:ext uri="{D42A27DB-BD31-4B8C-83A1-F6EECF244321}">
                <p14:modId xmlns:p14="http://schemas.microsoft.com/office/powerpoint/2010/main" xmlns="" val="4171763184"/>
              </p:ext>
            </p:extLst>
          </p:nvPr>
        </p:nvGraphicFramePr>
        <p:xfrm>
          <a:off x="143436" y="1321149"/>
          <a:ext cx="12050804" cy="55341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19426738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xmlns="" id="{47A06C3D-B750-9B6E-399A-016D7A56E370}"/>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xmlns="" id="{907EF6B7-1338-4443-8C46-6A318D952DF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16">
            <a:extLst>
              <a:ext uri="{FF2B5EF4-FFF2-40B4-BE49-F238E27FC236}">
                <a16:creationId xmlns:a16="http://schemas.microsoft.com/office/drawing/2014/main" xmlns="" id="{DAAE4CDD-124C-4DCF-9584-B6033B545DD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460D1383-65FA-6E4E-A137-E12B54B4EB51}"/>
              </a:ext>
            </a:extLst>
          </p:cNvPr>
          <p:cNvSpPr>
            <a:spLocks noGrp="1"/>
          </p:cNvSpPr>
          <p:nvPr>
            <p:ph type="title"/>
          </p:nvPr>
        </p:nvSpPr>
        <p:spPr>
          <a:xfrm>
            <a:off x="686834" y="1153572"/>
            <a:ext cx="3200400" cy="4461163"/>
          </a:xfrm>
        </p:spPr>
        <p:txBody>
          <a:bodyPr>
            <a:normAutofit/>
          </a:bodyPr>
          <a:lstStyle/>
          <a:p>
            <a:r>
              <a:rPr lang="en-GB" dirty="0">
                <a:solidFill>
                  <a:srgbClr val="FFFFFF"/>
                </a:solidFill>
              </a:rPr>
              <a:t>NANO BANANA REAL TIME USE CASE</a:t>
            </a:r>
          </a:p>
        </p:txBody>
      </p:sp>
      <p:sp>
        <p:nvSpPr>
          <p:cNvPr id="24" name="Arc 23">
            <a:extLst>
              <a:ext uri="{FF2B5EF4-FFF2-40B4-BE49-F238E27FC236}">
                <a16:creationId xmlns:a16="http://schemas.microsoft.com/office/drawing/2014/main" xmlns="" id="{081E4A58-353D-44AE-B2FC-2A74E2E400F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5" name="Content Placeholder 2">
            <a:extLst>
              <a:ext uri="{FF2B5EF4-FFF2-40B4-BE49-F238E27FC236}">
                <a16:creationId xmlns:a16="http://schemas.microsoft.com/office/drawing/2014/main" xmlns="" id="{9EACEE6B-9473-0920-E1A5-DBED6436ECE3}"/>
              </a:ext>
            </a:extLst>
          </p:cNvPr>
          <p:cNvSpPr>
            <a:spLocks noGrp="1"/>
          </p:cNvSpPr>
          <p:nvPr>
            <p:ph idx="1"/>
          </p:nvPr>
        </p:nvSpPr>
        <p:spPr>
          <a:xfrm>
            <a:off x="4160179" y="6040"/>
            <a:ext cx="8032924" cy="6866661"/>
          </a:xfrm>
        </p:spPr>
        <p:txBody>
          <a:bodyPr vert="horz" lIns="91440" tIns="45720" rIns="91440" bIns="45720" rtlCol="0" anchor="ctr">
            <a:noAutofit/>
          </a:bodyPr>
          <a:lstStyle/>
          <a:p>
            <a:pPr>
              <a:spcBef>
                <a:spcPts val="300"/>
              </a:spcBef>
            </a:pPr>
            <a:r>
              <a:rPr lang="en-GB" sz="1400" dirty="0">
                <a:solidFill>
                  <a:schemeClr val="bg1"/>
                </a:solidFill>
                <a:highlight>
                  <a:srgbClr val="800080"/>
                </a:highlight>
              </a:rPr>
              <a:t>1️⃣ Marketing &amp; Advertising</a:t>
            </a:r>
            <a:endParaRPr lang="en-US" sz="1400">
              <a:solidFill>
                <a:schemeClr val="bg1"/>
              </a:solidFill>
              <a:highlight>
                <a:srgbClr val="800080"/>
              </a:highlight>
            </a:endParaRPr>
          </a:p>
          <a:p>
            <a:pPr>
              <a:spcBef>
                <a:spcPts val="300"/>
              </a:spcBef>
            </a:pPr>
            <a:r>
              <a:rPr lang="en-GB" sz="1400" b="1" dirty="0">
                <a:ea typeface="+mn-lt"/>
                <a:cs typeface="+mn-lt"/>
              </a:rPr>
              <a:t>Personalized Campaigns:</a:t>
            </a:r>
            <a:r>
              <a:rPr lang="en-GB" sz="1400" dirty="0">
                <a:ea typeface="+mn-lt"/>
                <a:cs typeface="+mn-lt"/>
              </a:rPr>
              <a:t> Create custom visuals for target audiences quickly using text prompts.  </a:t>
            </a:r>
            <a:r>
              <a:rPr lang="en-GB" sz="1400" i="1" dirty="0">
                <a:ea typeface="+mn-lt"/>
                <a:cs typeface="+mn-lt"/>
              </a:rPr>
              <a:t>Example:</a:t>
            </a:r>
            <a:r>
              <a:rPr lang="en-GB" sz="1400" dirty="0">
                <a:ea typeface="+mn-lt"/>
                <a:cs typeface="+mn-lt"/>
              </a:rPr>
              <a:t> A retail brand can generate seasonal product banners or ads automatically with different themes.  Generate multiple variants of images to test which design performs better in ads.</a:t>
            </a:r>
            <a:r>
              <a:rPr lang="en-US" sz="1400" dirty="0"/>
              <a:t/>
            </a:r>
            <a:br>
              <a:rPr lang="en-US" sz="1400" dirty="0"/>
            </a:br>
            <a:r>
              <a:rPr lang="en-GB" sz="1400" dirty="0">
                <a:solidFill>
                  <a:schemeClr val="bg1"/>
                </a:solidFill>
                <a:highlight>
                  <a:srgbClr val="800080"/>
                </a:highlight>
              </a:rPr>
              <a:t>2️⃣ E-commerce &amp; Retail</a:t>
            </a:r>
            <a:endParaRPr lang="en-US" sz="1400">
              <a:solidFill>
                <a:schemeClr val="bg1"/>
              </a:solidFill>
            </a:endParaRPr>
          </a:p>
          <a:p>
            <a:pPr>
              <a:spcBef>
                <a:spcPts val="300"/>
              </a:spcBef>
            </a:pPr>
            <a:r>
              <a:rPr lang="en-GB" sz="1400" b="1" dirty="0">
                <a:ea typeface="+mn-lt"/>
                <a:cs typeface="+mn-lt"/>
              </a:rPr>
              <a:t>Product Image Enhancement:</a:t>
            </a:r>
            <a:r>
              <a:rPr lang="en-GB" sz="1400" dirty="0">
                <a:ea typeface="+mn-lt"/>
                <a:cs typeface="+mn-lt"/>
              </a:rPr>
              <a:t> Automatically clean, retouch, or stylize product photos for </a:t>
            </a:r>
            <a:r>
              <a:rPr lang="en-GB" sz="1400" dirty="0" err="1">
                <a:ea typeface="+mn-lt"/>
                <a:cs typeface="+mn-lt"/>
              </a:rPr>
              <a:t>catalogs</a:t>
            </a:r>
            <a:r>
              <a:rPr lang="en-GB" sz="1400" dirty="0">
                <a:ea typeface="+mn-lt"/>
                <a:cs typeface="+mn-lt"/>
              </a:rPr>
              <a:t>. </a:t>
            </a:r>
            <a:r>
              <a:rPr lang="en-GB" sz="1400" b="1" dirty="0">
                <a:ea typeface="+mn-lt"/>
                <a:cs typeface="+mn-lt"/>
              </a:rPr>
              <a:t>Virtual Try-Ons:</a:t>
            </a:r>
            <a:r>
              <a:rPr lang="en-GB" sz="1400" dirty="0">
                <a:ea typeface="+mn-lt"/>
                <a:cs typeface="+mn-lt"/>
              </a:rPr>
              <a:t> Generate realistic previews of apparel, accessories, or makeup on users using AI-generated images.</a:t>
            </a:r>
            <a:r>
              <a:rPr lang="en-US" sz="1400" dirty="0"/>
              <a:t/>
            </a:r>
            <a:br>
              <a:rPr lang="en-US" sz="1400" dirty="0"/>
            </a:br>
            <a:r>
              <a:rPr lang="en-GB" sz="1400" dirty="0">
                <a:solidFill>
                  <a:schemeClr val="bg1"/>
                </a:solidFill>
                <a:highlight>
                  <a:srgbClr val="800080"/>
                </a:highlight>
              </a:rPr>
              <a:t>3️⃣ Media &amp; Entertainment</a:t>
            </a:r>
            <a:endParaRPr lang="en-US" sz="1400">
              <a:solidFill>
                <a:schemeClr val="bg1"/>
              </a:solidFill>
            </a:endParaRPr>
          </a:p>
          <a:p>
            <a:pPr>
              <a:spcBef>
                <a:spcPts val="300"/>
              </a:spcBef>
            </a:pPr>
            <a:r>
              <a:rPr lang="en-GB" sz="1400" b="1" dirty="0">
                <a:ea typeface="+mn-lt"/>
                <a:cs typeface="+mn-lt"/>
              </a:rPr>
              <a:t>Film &amp; Animation Previews:</a:t>
            </a:r>
            <a:r>
              <a:rPr lang="en-GB" sz="1400" dirty="0">
                <a:ea typeface="+mn-lt"/>
                <a:cs typeface="+mn-lt"/>
              </a:rPr>
              <a:t> Generate concept art or storyboards from simple prompts.</a:t>
            </a:r>
            <a:endParaRPr lang="en-GB" sz="1400"/>
          </a:p>
          <a:p>
            <a:pPr>
              <a:spcBef>
                <a:spcPts val="300"/>
              </a:spcBef>
            </a:pPr>
            <a:r>
              <a:rPr lang="en-GB" sz="1400" b="1" dirty="0">
                <a:ea typeface="+mn-lt"/>
                <a:cs typeface="+mn-lt"/>
              </a:rPr>
              <a:t>Video Thumbnails &amp; Posters:</a:t>
            </a:r>
            <a:r>
              <a:rPr lang="en-GB" sz="1400" dirty="0">
                <a:ea typeface="+mn-lt"/>
                <a:cs typeface="+mn-lt"/>
              </a:rPr>
              <a:t> Create multiple thumbnail options for movies, shows, or YouTube videos efficiently.</a:t>
            </a:r>
            <a:r>
              <a:rPr lang="en-US" sz="1400" dirty="0"/>
              <a:t/>
            </a:r>
            <a:br>
              <a:rPr lang="en-US" sz="1400" dirty="0"/>
            </a:br>
            <a:r>
              <a:rPr lang="en-GB" sz="1400" dirty="0">
                <a:solidFill>
                  <a:schemeClr val="bg1"/>
                </a:solidFill>
                <a:highlight>
                  <a:srgbClr val="800080"/>
                </a:highlight>
              </a:rPr>
              <a:t>4️⃣ Social Media &amp; Influencer Marketing</a:t>
            </a:r>
            <a:endParaRPr lang="en-US" sz="1400">
              <a:solidFill>
                <a:schemeClr val="bg1"/>
              </a:solidFill>
              <a:highlight>
                <a:srgbClr val="800080"/>
              </a:highlight>
            </a:endParaRPr>
          </a:p>
          <a:p>
            <a:pPr>
              <a:spcBef>
                <a:spcPts val="300"/>
              </a:spcBef>
            </a:pPr>
            <a:r>
              <a:rPr lang="en-GB" sz="1400" b="1" dirty="0">
                <a:ea typeface="+mn-lt"/>
                <a:cs typeface="+mn-lt"/>
              </a:rPr>
              <a:t>Content Generation:</a:t>
            </a:r>
            <a:r>
              <a:rPr lang="en-GB" sz="1400" dirty="0">
                <a:ea typeface="+mn-lt"/>
                <a:cs typeface="+mn-lt"/>
              </a:rPr>
              <a:t> Create consistent, high-quality images for posts or campaigns.</a:t>
            </a:r>
            <a:endParaRPr lang="en-GB" sz="1400"/>
          </a:p>
          <a:p>
            <a:pPr>
              <a:spcBef>
                <a:spcPts val="300"/>
              </a:spcBef>
            </a:pPr>
            <a:r>
              <a:rPr lang="en-GB" sz="1400" b="1" dirty="0">
                <a:ea typeface="+mn-lt"/>
                <a:cs typeface="+mn-lt"/>
              </a:rPr>
              <a:t>Trendy Challenges &amp; Campaigns:</a:t>
            </a:r>
            <a:r>
              <a:rPr lang="en-GB" sz="1400" dirty="0">
                <a:ea typeface="+mn-lt"/>
                <a:cs typeface="+mn-lt"/>
              </a:rPr>
              <a:t> Tools like Nano Banana can automate image-based challenges, such as “Hug My Younger Self,” driving engagement.</a:t>
            </a:r>
            <a:r>
              <a:rPr lang="en-US" sz="1400" dirty="0"/>
              <a:t/>
            </a:r>
            <a:br>
              <a:rPr lang="en-US" sz="1400" dirty="0"/>
            </a:br>
            <a:r>
              <a:rPr lang="en-GB" sz="1400" dirty="0">
                <a:solidFill>
                  <a:schemeClr val="bg1"/>
                </a:solidFill>
                <a:highlight>
                  <a:srgbClr val="800080"/>
                </a:highlight>
              </a:rPr>
              <a:t>5️⃣ Design &amp; Creative Agencies</a:t>
            </a:r>
            <a:endParaRPr lang="en-US" sz="1400">
              <a:solidFill>
                <a:schemeClr val="bg1"/>
              </a:solidFill>
            </a:endParaRPr>
          </a:p>
          <a:p>
            <a:pPr>
              <a:spcBef>
                <a:spcPts val="300"/>
              </a:spcBef>
            </a:pPr>
            <a:r>
              <a:rPr lang="en-GB" sz="1400" b="1" dirty="0">
                <a:ea typeface="+mn-lt"/>
                <a:cs typeface="+mn-lt"/>
              </a:rPr>
              <a:t>Rapid Prototyping:</a:t>
            </a:r>
            <a:r>
              <a:rPr lang="en-GB" sz="1400" dirty="0">
                <a:ea typeface="+mn-lt"/>
                <a:cs typeface="+mn-lt"/>
              </a:rPr>
              <a:t> Quickly visualize ideas for clients without starting from scratch.</a:t>
            </a:r>
            <a:endParaRPr lang="en-GB" sz="1400"/>
          </a:p>
          <a:p>
            <a:pPr>
              <a:spcBef>
                <a:spcPts val="300"/>
              </a:spcBef>
            </a:pPr>
            <a:r>
              <a:rPr lang="en-GB" sz="1400" b="1" dirty="0">
                <a:ea typeface="+mn-lt"/>
                <a:cs typeface="+mn-lt"/>
              </a:rPr>
              <a:t>Consistency Across Campaigns:</a:t>
            </a:r>
            <a:r>
              <a:rPr lang="en-GB" sz="1400" dirty="0">
                <a:ea typeface="+mn-lt"/>
                <a:cs typeface="+mn-lt"/>
              </a:rPr>
              <a:t> Maintain character or theme consistency across multiple campaigns and platforms.</a:t>
            </a:r>
            <a:r>
              <a:rPr lang="en-US" sz="1400" dirty="0"/>
              <a:t/>
            </a:r>
            <a:br>
              <a:rPr lang="en-US" sz="1400" dirty="0"/>
            </a:br>
            <a:r>
              <a:rPr lang="en-GB" sz="1400" dirty="0">
                <a:solidFill>
                  <a:schemeClr val="bg1"/>
                </a:solidFill>
                <a:highlight>
                  <a:srgbClr val="800080"/>
                </a:highlight>
              </a:rPr>
              <a:t>6️⃣ Real-Time Industrial Applications</a:t>
            </a:r>
            <a:endParaRPr lang="en-US" sz="1400" dirty="0">
              <a:solidFill>
                <a:schemeClr val="bg1"/>
              </a:solidFill>
              <a:highlight>
                <a:srgbClr val="800080"/>
              </a:highlight>
            </a:endParaRPr>
          </a:p>
          <a:p>
            <a:pPr>
              <a:spcBef>
                <a:spcPts val="300"/>
              </a:spcBef>
            </a:pPr>
            <a:r>
              <a:rPr lang="en-GB" sz="1400" b="1" dirty="0">
                <a:ea typeface="+mn-lt"/>
                <a:cs typeface="+mn-lt"/>
              </a:rPr>
              <a:t>Fashion &amp; Apparel:</a:t>
            </a:r>
            <a:r>
              <a:rPr lang="en-GB" sz="1400" dirty="0">
                <a:ea typeface="+mn-lt"/>
                <a:cs typeface="+mn-lt"/>
              </a:rPr>
              <a:t> AI-generated designs for fabrics or new product concepts.</a:t>
            </a:r>
            <a:endParaRPr lang="en-GB" sz="1400"/>
          </a:p>
          <a:p>
            <a:pPr>
              <a:spcBef>
                <a:spcPts val="300"/>
              </a:spcBef>
            </a:pPr>
            <a:r>
              <a:rPr lang="en-GB" sz="1400" b="1" dirty="0">
                <a:ea typeface="+mn-lt"/>
                <a:cs typeface="+mn-lt"/>
              </a:rPr>
              <a:t>Automotive &amp; Manufacturing:</a:t>
            </a:r>
            <a:r>
              <a:rPr lang="en-GB" sz="1400" dirty="0">
                <a:ea typeface="+mn-lt"/>
                <a:cs typeface="+mn-lt"/>
              </a:rPr>
              <a:t> Simulate how products look under different conditions (lighting, angles, environments). </a:t>
            </a:r>
            <a:r>
              <a:rPr lang="en-GB" sz="1400" b="1" dirty="0">
                <a:ea typeface="+mn-lt"/>
                <a:cs typeface="+mn-lt"/>
              </a:rPr>
              <a:t>Architecture &amp; Interior Design:</a:t>
            </a:r>
            <a:r>
              <a:rPr lang="en-GB" sz="1400" dirty="0">
                <a:ea typeface="+mn-lt"/>
                <a:cs typeface="+mn-lt"/>
              </a:rPr>
              <a:t> Generate realistic renderings of spaces based on text descriptions.</a:t>
            </a:r>
            <a:endParaRPr lang="en-GB" sz="1400"/>
          </a:p>
          <a:p>
            <a:pPr>
              <a:spcBef>
                <a:spcPts val="300"/>
              </a:spcBef>
            </a:pPr>
            <a:r>
              <a:rPr lang="en-GB" sz="1400" dirty="0">
                <a:solidFill>
                  <a:schemeClr val="bg1"/>
                </a:solidFill>
                <a:highlight>
                  <a:srgbClr val="800080"/>
                </a:highlight>
              </a:rPr>
              <a:t>7️⃣ Benefits for Organizations</a:t>
            </a:r>
          </a:p>
          <a:p>
            <a:pPr>
              <a:spcBef>
                <a:spcPts val="300"/>
              </a:spcBef>
            </a:pPr>
            <a:r>
              <a:rPr lang="en-GB" sz="1400" b="1" dirty="0">
                <a:ea typeface="+mn-lt"/>
                <a:cs typeface="+mn-lt"/>
              </a:rPr>
              <a:t>Faster Production:</a:t>
            </a:r>
            <a:r>
              <a:rPr lang="en-GB" sz="1400" dirty="0">
                <a:ea typeface="+mn-lt"/>
                <a:cs typeface="+mn-lt"/>
              </a:rPr>
              <a:t> Reduces the time required for image creation.</a:t>
            </a:r>
            <a:endParaRPr lang="en-GB" sz="1400"/>
          </a:p>
          <a:p>
            <a:pPr>
              <a:spcBef>
                <a:spcPts val="300"/>
              </a:spcBef>
            </a:pPr>
            <a:r>
              <a:rPr lang="en-GB" sz="1400" b="1" dirty="0">
                <a:ea typeface="+mn-lt"/>
                <a:cs typeface="+mn-lt"/>
              </a:rPr>
              <a:t>Cost Savings:</a:t>
            </a:r>
            <a:r>
              <a:rPr lang="en-GB" sz="1400" dirty="0">
                <a:ea typeface="+mn-lt"/>
                <a:cs typeface="+mn-lt"/>
              </a:rPr>
              <a:t> Minimizes the need for large design teams for routine visual tasks.</a:t>
            </a:r>
            <a:endParaRPr lang="en-GB" sz="1400"/>
          </a:p>
          <a:p>
            <a:pPr>
              <a:spcBef>
                <a:spcPts val="300"/>
              </a:spcBef>
            </a:pPr>
            <a:r>
              <a:rPr lang="en-GB" sz="1400" b="1" dirty="0">
                <a:ea typeface="+mn-lt"/>
                <a:cs typeface="+mn-lt"/>
              </a:rPr>
              <a:t>Innovation:</a:t>
            </a:r>
            <a:r>
              <a:rPr lang="en-GB" sz="1400" dirty="0">
                <a:ea typeface="+mn-lt"/>
                <a:cs typeface="+mn-lt"/>
              </a:rPr>
              <a:t> Supports creative experimentation without physical constraints.</a:t>
            </a:r>
            <a:endParaRPr lang="en-GB" sz="1400"/>
          </a:p>
          <a:p>
            <a:pPr>
              <a:spcBef>
                <a:spcPts val="300"/>
              </a:spcBef>
            </a:pPr>
            <a:r>
              <a:rPr lang="en-GB" sz="1400" b="1" dirty="0">
                <a:ea typeface="+mn-lt"/>
                <a:cs typeface="+mn-lt"/>
              </a:rPr>
              <a:t>Scalability:</a:t>
            </a:r>
            <a:r>
              <a:rPr lang="en-GB" sz="1400" dirty="0">
                <a:ea typeface="+mn-lt"/>
                <a:cs typeface="+mn-lt"/>
              </a:rPr>
              <a:t> Can generate hundreds of visuals in minutes for global campaigns.</a:t>
            </a:r>
            <a:endParaRPr lang="en-GB" sz="1400"/>
          </a:p>
        </p:txBody>
      </p:sp>
    </p:spTree>
    <p:extLst>
      <p:ext uri="{BB962C8B-B14F-4D97-AF65-F5344CB8AC3E}">
        <p14:creationId xmlns:p14="http://schemas.microsoft.com/office/powerpoint/2010/main" xmlns="" val="1345084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xmlns="" id="{0FE35967-DD1A-13FA-AC3B-E3089A07FA8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09588DA8-065E-4F6F-8EFD-43104AB2E0C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xmlns="" id="{C4285719-470E-454C-AF62-8323075F1F5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CD9FE4EF-C4D8-49A0-B2FF-81D8DB7D8A2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4300840D-0A0B-4512-BACA-B439D5B9C57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D2B78728-A580-49A7-84F9-6EF6F583ADE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xmlns="" id="{38FAA1A1-D861-433F-88FA-1E9D6FD31D1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xmlns="" id="{8D71EDA1-87BF-4D5D-AB79-F346FD19278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2C5789E5-9F4E-8D63-9A58-A0BEB187E9D3}"/>
              </a:ext>
            </a:extLst>
          </p:cNvPr>
          <p:cNvSpPr>
            <a:spLocks noGrp="1"/>
          </p:cNvSpPr>
          <p:nvPr>
            <p:ph type="title"/>
          </p:nvPr>
        </p:nvSpPr>
        <p:spPr>
          <a:xfrm>
            <a:off x="466722" y="586855"/>
            <a:ext cx="3201366" cy="3387497"/>
          </a:xfrm>
        </p:spPr>
        <p:txBody>
          <a:bodyPr anchor="b">
            <a:normAutofit/>
          </a:bodyPr>
          <a:lstStyle/>
          <a:p>
            <a:pPr algn="r"/>
            <a:r>
              <a:rPr lang="en-GB" sz="4000">
                <a:solidFill>
                  <a:srgbClr val="FFFFFF"/>
                </a:solidFill>
              </a:rPr>
              <a:t>Explore more about Nano Banana  </a:t>
            </a:r>
          </a:p>
        </p:txBody>
      </p:sp>
      <p:sp>
        <p:nvSpPr>
          <p:cNvPr id="3" name="Content Placeholder 2">
            <a:extLst>
              <a:ext uri="{FF2B5EF4-FFF2-40B4-BE49-F238E27FC236}">
                <a16:creationId xmlns:a16="http://schemas.microsoft.com/office/drawing/2014/main" xmlns="" id="{4FBADA07-0A90-D02E-C942-A9BF5B519963}"/>
              </a:ext>
            </a:extLst>
          </p:cNvPr>
          <p:cNvSpPr>
            <a:spLocks noGrp="1"/>
          </p:cNvSpPr>
          <p:nvPr>
            <p:ph idx="1"/>
          </p:nvPr>
        </p:nvSpPr>
        <p:spPr>
          <a:xfrm>
            <a:off x="4158694" y="8959"/>
            <a:ext cx="8035172" cy="6849176"/>
          </a:xfrm>
        </p:spPr>
        <p:txBody>
          <a:bodyPr vert="horz" lIns="91440" tIns="45720" rIns="91440" bIns="45720" rtlCol="0" anchor="ctr">
            <a:normAutofit/>
          </a:bodyPr>
          <a:lstStyle/>
          <a:p>
            <a:pPr marL="0" indent="0">
              <a:buNone/>
            </a:pPr>
            <a:r>
              <a:rPr lang="en-GB" sz="2000" dirty="0">
                <a:ea typeface="+mn-lt"/>
                <a:cs typeface="+mn-lt"/>
                <a:hlinkClick r:id="rId2"/>
              </a:rPr>
              <a:t>https://aistudio.google.com/models/gemini-2-5-flash-image</a:t>
            </a:r>
            <a:endParaRPr lang="en-GB" sz="2000">
              <a:ea typeface="+mn-lt"/>
              <a:cs typeface="+mn-lt"/>
            </a:endParaRPr>
          </a:p>
          <a:p>
            <a:pPr marL="0" indent="0">
              <a:buNone/>
            </a:pPr>
            <a:r>
              <a:rPr lang="en-GB" sz="2000" b="1" dirty="0">
                <a:solidFill>
                  <a:schemeClr val="bg1"/>
                </a:solidFill>
                <a:highlight>
                  <a:srgbClr val="800080"/>
                </a:highlight>
                <a:latin typeface="Times New Roman"/>
                <a:cs typeface="Times New Roman"/>
              </a:rPr>
              <a:t>People &amp; Portraits</a:t>
            </a:r>
            <a:endParaRPr lang="en-GB" sz="2000">
              <a:solidFill>
                <a:schemeClr val="bg1"/>
              </a:solidFill>
              <a:highlight>
                <a:srgbClr val="800080"/>
              </a:highlight>
            </a:endParaRPr>
          </a:p>
          <a:p>
            <a:r>
              <a:rPr lang="en-GB" sz="2000" i="1" dirty="0">
                <a:latin typeface="Times New Roman"/>
                <a:cs typeface="Times New Roman"/>
              </a:rPr>
              <a:t>“A smiling boy wearing a red cap in a green park, photo style.”</a:t>
            </a:r>
            <a:endParaRPr lang="en-GB" sz="2000" dirty="0"/>
          </a:p>
          <a:p>
            <a:r>
              <a:rPr lang="en-GB" sz="2000" i="1" dirty="0">
                <a:latin typeface="Times New Roman"/>
                <a:cs typeface="Times New Roman"/>
              </a:rPr>
              <a:t>“A cartoon picture of a girl reading a book under a tree on a sunny day.”</a:t>
            </a:r>
            <a:endParaRPr lang="en-GB" sz="2000" dirty="0"/>
          </a:p>
          <a:p>
            <a:pPr marL="0" indent="0">
              <a:buNone/>
            </a:pPr>
            <a:r>
              <a:rPr lang="en-GB" sz="2000" b="1" dirty="0">
                <a:solidFill>
                  <a:schemeClr val="bg1"/>
                </a:solidFill>
                <a:highlight>
                  <a:srgbClr val="800080"/>
                </a:highlight>
                <a:latin typeface="Times New Roman"/>
                <a:cs typeface="Times New Roman"/>
              </a:rPr>
              <a:t>Animals &amp; Pets</a:t>
            </a:r>
          </a:p>
          <a:p>
            <a:r>
              <a:rPr lang="en-GB" sz="2000" i="1" dirty="0">
                <a:latin typeface="Times New Roman"/>
                <a:cs typeface="Times New Roman"/>
              </a:rPr>
              <a:t>“A puppy wearing sunglasses on the beach, funny and cute.”</a:t>
            </a:r>
            <a:endParaRPr lang="en-GB" sz="2000" dirty="0"/>
          </a:p>
          <a:p>
            <a:r>
              <a:rPr lang="en-GB" sz="2000" i="1" dirty="0">
                <a:latin typeface="Times New Roman"/>
                <a:cs typeface="Times New Roman"/>
              </a:rPr>
              <a:t>“A baby panda eating bamboo in a forest, realistic photo.”</a:t>
            </a:r>
            <a:endParaRPr lang="en-GB" sz="2000" dirty="0"/>
          </a:p>
          <a:p>
            <a:pPr marL="0" indent="0">
              <a:buNone/>
            </a:pPr>
            <a:r>
              <a:rPr lang="en-GB" sz="2000" b="1" dirty="0">
                <a:solidFill>
                  <a:schemeClr val="bg1"/>
                </a:solidFill>
                <a:highlight>
                  <a:srgbClr val="800080"/>
                </a:highlight>
                <a:latin typeface="Times New Roman"/>
                <a:cs typeface="Times New Roman"/>
              </a:rPr>
              <a:t>Fantasy &amp; Creative</a:t>
            </a:r>
          </a:p>
          <a:p>
            <a:r>
              <a:rPr lang="en-GB" sz="2000" i="1" dirty="0">
                <a:latin typeface="Times New Roman"/>
                <a:cs typeface="Times New Roman"/>
              </a:rPr>
              <a:t>“A big castle floating in the clouds with waterfalls, magical and </a:t>
            </a:r>
            <a:r>
              <a:rPr lang="en-GB" sz="2000" i="1" err="1">
                <a:latin typeface="Times New Roman"/>
                <a:cs typeface="Times New Roman"/>
              </a:rPr>
              <a:t>colorful</a:t>
            </a:r>
            <a:r>
              <a:rPr lang="en-GB" sz="2000" i="1" dirty="0">
                <a:latin typeface="Times New Roman"/>
                <a:cs typeface="Times New Roman"/>
              </a:rPr>
              <a:t>.”</a:t>
            </a:r>
            <a:endParaRPr lang="en-GB" sz="2000" dirty="0"/>
          </a:p>
          <a:p>
            <a:r>
              <a:rPr lang="en-GB" sz="2000" i="1" dirty="0">
                <a:latin typeface="Times New Roman"/>
                <a:cs typeface="Times New Roman"/>
              </a:rPr>
              <a:t>“A flying car above a future city with glowing lights, sci-fi style.”</a:t>
            </a:r>
            <a:endParaRPr lang="en-GB" sz="2000" dirty="0"/>
          </a:p>
          <a:p>
            <a:pPr marL="0" indent="0">
              <a:buNone/>
            </a:pPr>
            <a:r>
              <a:rPr lang="en-GB" sz="2000" b="1" dirty="0">
                <a:solidFill>
                  <a:schemeClr val="bg1"/>
                </a:solidFill>
                <a:highlight>
                  <a:srgbClr val="800080"/>
                </a:highlight>
                <a:latin typeface="Times New Roman"/>
                <a:cs typeface="Times New Roman"/>
              </a:rPr>
              <a:t>Nature &amp; Travel</a:t>
            </a:r>
          </a:p>
          <a:p>
            <a:r>
              <a:rPr lang="en-GB" sz="2000" i="1" dirty="0">
                <a:latin typeface="Times New Roman"/>
                <a:cs typeface="Times New Roman"/>
              </a:rPr>
              <a:t>“A snow mountain with a small wooden house, peaceful and quiet.”</a:t>
            </a:r>
            <a:endParaRPr lang="en-GB" sz="2000" dirty="0"/>
          </a:p>
          <a:p>
            <a:r>
              <a:rPr lang="en-GB" sz="2000" i="1" dirty="0">
                <a:latin typeface="Times New Roman"/>
                <a:cs typeface="Times New Roman"/>
              </a:rPr>
              <a:t>“The Eiffel Tower at night with fireworks in the sky.”</a:t>
            </a:r>
            <a:endParaRPr lang="en-GB" sz="2000" dirty="0"/>
          </a:p>
          <a:p>
            <a:pPr marL="0" indent="0">
              <a:buNone/>
            </a:pPr>
            <a:r>
              <a:rPr lang="en-GB" sz="2000" b="1" dirty="0">
                <a:solidFill>
                  <a:schemeClr val="bg1"/>
                </a:solidFill>
                <a:highlight>
                  <a:srgbClr val="800080"/>
                </a:highlight>
                <a:latin typeface="Times New Roman"/>
                <a:cs typeface="Times New Roman"/>
              </a:rPr>
              <a:t>Posters with Text</a:t>
            </a:r>
          </a:p>
          <a:p>
            <a:r>
              <a:rPr lang="en-GB" sz="2000" i="1" dirty="0">
                <a:latin typeface="Times New Roman"/>
                <a:cs typeface="Times New Roman"/>
              </a:rPr>
              <a:t>“A bright poster with the words ‘Happy Birthday’, balloons and cake.”</a:t>
            </a:r>
            <a:endParaRPr lang="en-GB" sz="2000" dirty="0"/>
          </a:p>
          <a:p>
            <a:r>
              <a:rPr lang="en-GB" sz="2000" i="1" dirty="0">
                <a:latin typeface="Times New Roman"/>
                <a:cs typeface="Times New Roman"/>
              </a:rPr>
              <a:t>“A festival poster with the words ‘Music Night 2025’, neon </a:t>
            </a:r>
            <a:r>
              <a:rPr lang="en-GB" sz="2000" i="1" dirty="0" err="1">
                <a:latin typeface="Times New Roman"/>
                <a:cs typeface="Times New Roman"/>
              </a:rPr>
              <a:t>colors</a:t>
            </a:r>
            <a:r>
              <a:rPr lang="en-GB" sz="2000" i="1" dirty="0">
                <a:latin typeface="Times New Roman"/>
                <a:cs typeface="Times New Roman"/>
              </a:rPr>
              <a:t>, party style.”</a:t>
            </a:r>
            <a:endParaRPr lang="en-GB" sz="2000" dirty="0"/>
          </a:p>
        </p:txBody>
      </p:sp>
    </p:spTree>
    <p:extLst>
      <p:ext uri="{BB962C8B-B14F-4D97-AF65-F5344CB8AC3E}">
        <p14:creationId xmlns:p14="http://schemas.microsoft.com/office/powerpoint/2010/main" xmlns="" val="3935947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8" name="Rectangle 87">
            <a:extLst>
              <a:ext uri="{FF2B5EF4-FFF2-40B4-BE49-F238E27FC236}">
                <a16:creationId xmlns:a16="http://schemas.microsoft.com/office/drawing/2014/main" xmlns="" id="{A7AE9375-4664-4DB2-922D-2782A6E439A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xmlns="" id="{AAA50E0C-68D3-1962-5E28-819263CD5F8C}"/>
              </a:ext>
            </a:extLst>
          </p:cNvPr>
          <p:cNvSpPr>
            <a:spLocks noGrp="1"/>
          </p:cNvSpPr>
          <p:nvPr>
            <p:ph type="title"/>
          </p:nvPr>
        </p:nvSpPr>
        <p:spPr>
          <a:xfrm>
            <a:off x="1813111" y="669925"/>
            <a:ext cx="4912358" cy="854917"/>
          </a:xfrm>
        </p:spPr>
        <p:txBody>
          <a:bodyPr anchor="b">
            <a:normAutofit fontScale="90000"/>
          </a:bodyPr>
          <a:lstStyle/>
          <a:p>
            <a:pPr algn="r"/>
            <a:r>
              <a:rPr lang="en-GB">
                <a:solidFill>
                  <a:schemeClr val="bg1"/>
                </a:solidFill>
                <a:highlight>
                  <a:srgbClr val="800080"/>
                </a:highlight>
              </a:rPr>
              <a:t>Prompts with Image</a:t>
            </a:r>
          </a:p>
        </p:txBody>
      </p:sp>
      <p:cxnSp>
        <p:nvCxnSpPr>
          <p:cNvPr id="89" name="Straight Connector 88">
            <a:extLst>
              <a:ext uri="{FF2B5EF4-FFF2-40B4-BE49-F238E27FC236}">
                <a16:creationId xmlns:a16="http://schemas.microsoft.com/office/drawing/2014/main" xmlns="" id="{EE504C98-6397-41C1-A8D8-2D9C4ED307E0}"/>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xmlns="" id="{49344D4B-1706-9593-8B92-9AE4596611E3}"/>
              </a:ext>
            </a:extLst>
          </p:cNvPr>
          <p:cNvSpPr>
            <a:spLocks noGrp="1"/>
          </p:cNvSpPr>
          <p:nvPr>
            <p:ph idx="1"/>
          </p:nvPr>
        </p:nvSpPr>
        <p:spPr>
          <a:xfrm>
            <a:off x="675491" y="2275693"/>
            <a:ext cx="10448813" cy="4164878"/>
          </a:xfrm>
        </p:spPr>
        <p:txBody>
          <a:bodyPr vert="horz" lIns="91440" tIns="45720" rIns="91440" bIns="45720" rtlCol="0">
            <a:normAutofit/>
          </a:bodyPr>
          <a:lstStyle/>
          <a:p>
            <a:pPr marL="0" indent="0">
              <a:buNone/>
            </a:pPr>
            <a:r>
              <a:rPr lang="en-GB" sz="1300">
                <a:solidFill>
                  <a:schemeClr val="bg1"/>
                </a:solidFill>
              </a:rPr>
              <a:t>Upload your image -- </a:t>
            </a:r>
            <a:r>
              <a:rPr lang="en-GB" sz="1300">
                <a:solidFill>
                  <a:schemeClr val="bg1"/>
                </a:solidFill>
                <a:ea typeface="+mn-lt"/>
                <a:cs typeface="+mn-lt"/>
              </a:rPr>
              <a:t>Transform the characters in this picture into 1/7 scale collectible figurines, placed on a real desk with a computer, AI model setup, and toy  packaging in the background. Make the figurines highly detailed and realistic, accurately capturing facial expressions, clothing, and accessories. Include  realistic lighting, shadows, and reflections to integrate them naturally into the environment. Style the scene like a premium, commercial collectible photoshoot—vibrant, photorealistic, and cinematic—with subtle props such as notebooks, keyboard, and coffee cup. Make the composition visually striking and engaging enough to go viral on social media</a:t>
            </a:r>
            <a:endParaRPr lang="en-GB" sz="1300">
              <a:solidFill>
                <a:schemeClr val="bg1"/>
              </a:solidFill>
            </a:endParaRPr>
          </a:p>
          <a:p>
            <a:pPr marL="0" indent="0">
              <a:buNone/>
            </a:pPr>
            <a:r>
              <a:rPr lang="en-GB" sz="1300">
                <a:solidFill>
                  <a:schemeClr val="bg1"/>
                </a:solidFill>
                <a:ea typeface="+mn-lt"/>
                <a:cs typeface="+mn-lt"/>
              </a:rPr>
              <a:t>Using the nano-banana model, create a 1/7 scale commercialized figurine of the characters in the picture, in a realistic style, in a real environment. The figurine is placed on a computer desk. The figurine has a round transparent acrylic base, with no text on the base. The content on the computer screen is the brush modeling process of this figurine.Next to the computer screen is a BANDAl-style toy packaging box printed with the original artwork., The packaging features two-dimensional flat illustrations. Please turn this photo into afigure.Behind it, there should be a Model packaging box with the character from this photo printed on it. In front of thebox.on a round plastic baseplace the fiqure version of thephoto I gave you. I'd like the PVC material to be clearlyrepresented. It would be even better if the background is indoors.</a:t>
            </a:r>
          </a:p>
          <a:p>
            <a:pPr marL="0" indent="0">
              <a:buNone/>
            </a:pPr>
            <a:r>
              <a:rPr lang="en-GB" sz="1300">
                <a:solidFill>
                  <a:schemeClr val="bg1"/>
                </a:solidFill>
              </a:rPr>
              <a:t>Upload 2 image ( image &amp; black jacket) -- write this prompt -- Blend</a:t>
            </a:r>
            <a:r>
              <a:rPr lang="en-GB" sz="1300">
                <a:solidFill>
                  <a:schemeClr val="bg1"/>
                </a:solidFill>
                <a:ea typeface="+mn-lt"/>
                <a:cs typeface="+mn-lt"/>
              </a:rPr>
              <a:t> the two images so that I am wearing the jackets, making it look like I am actually wearing them. Match colors, lighting, shadows, and textures to make the result photorealistic and cinematic. Remove any glasses or specs, and ensure facial features are natural and seamlessly integrated with the jackets. Make the image look like a high-quality fashion photograph with realistic depth and reflections</a:t>
            </a:r>
          </a:p>
        </p:txBody>
      </p:sp>
      <p:sp>
        <p:nvSpPr>
          <p:cNvPr id="90" name="Rectangle 89">
            <a:extLst>
              <a:ext uri="{FF2B5EF4-FFF2-40B4-BE49-F238E27FC236}">
                <a16:creationId xmlns:a16="http://schemas.microsoft.com/office/drawing/2014/main" xmlns="" id="{9DD005C1-8C51-42D6-9BEE-B9B83849743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3032612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xmlns="" id="{2FDE1A61-BE70-40C7-7355-1202DA546524}"/>
              </a:ext>
            </a:extLst>
          </p:cNvPr>
          <p:cNvPicPr>
            <a:picLocks noGrp="1" noChangeAspect="1"/>
          </p:cNvPicPr>
          <p:nvPr>
            <p:ph idx="1"/>
          </p:nvPr>
        </p:nvPicPr>
        <p:blipFill>
          <a:blip r:embed="rId2"/>
          <a:srcRect r="6666"/>
          <a:stretch>
            <a:fillRect/>
          </a:stretch>
        </p:blipFill>
        <p:spPr>
          <a:xfrm>
            <a:off x="20" y="10"/>
            <a:ext cx="12191980" cy="6857990"/>
          </a:xfrm>
          <a:prstGeom prst="rect">
            <a:avLst/>
          </a:prstGeom>
        </p:spPr>
      </p:pic>
      <p:sp>
        <p:nvSpPr>
          <p:cNvPr id="45" name="Rectangle 44">
            <a:extLst>
              <a:ext uri="{FF2B5EF4-FFF2-40B4-BE49-F238E27FC236}">
                <a16:creationId xmlns:a16="http://schemas.microsoft.com/office/drawing/2014/main" xmlns="" id="{37C89E4B-3C9F-44B9-8B86-D9E3D112D8E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F9B36A17-4D25-72C5-8994-3A66B736C350}"/>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a:solidFill>
                  <a:schemeClr val="tx1">
                    <a:lumMod val="85000"/>
                    <a:lumOff val="15000"/>
                  </a:schemeClr>
                </a:solidFill>
              </a:rPr>
              <a:t>Nano Banana using Google AI Studio</a:t>
            </a:r>
          </a:p>
        </p:txBody>
      </p:sp>
      <p:cxnSp>
        <p:nvCxnSpPr>
          <p:cNvPr id="46" name="Straight Connector 45">
            <a:extLst>
              <a:ext uri="{FF2B5EF4-FFF2-40B4-BE49-F238E27FC236}">
                <a16:creationId xmlns:a16="http://schemas.microsoft.com/office/drawing/2014/main" xmlns="" id="{AA2EAA10-076F-46BD-8F0F-B9A2FB77A85C}"/>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xmlns="" id="{D891E407-403B-4764-86C9-33A56D3BCAA3}"/>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2194394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xmlns="" id="{E5093ECC-8BEB-4546-A80D-0B48876623D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screenshot of a black background with white text&#10;&#10;AI-generated content may be incorrect.">
            <a:extLst>
              <a:ext uri="{FF2B5EF4-FFF2-40B4-BE49-F238E27FC236}">
                <a16:creationId xmlns:a16="http://schemas.microsoft.com/office/drawing/2014/main" xmlns="" id="{149EC16F-FD0E-8E2E-FF7C-DADAEB4B4477}"/>
              </a:ext>
            </a:extLst>
          </p:cNvPr>
          <p:cNvPicPr>
            <a:picLocks noChangeAspect="1"/>
          </p:cNvPicPr>
          <p:nvPr/>
        </p:nvPicPr>
        <p:blipFill>
          <a:blip r:embed="rId2"/>
          <a:srcRect r="1378"/>
          <a:stretch>
            <a:fillRect/>
          </a:stretch>
        </p:blipFill>
        <p:spPr>
          <a:xfrm>
            <a:off x="763016" y="685800"/>
            <a:ext cx="11202625" cy="5676900"/>
          </a:xfrm>
          <a:prstGeom prst="rect">
            <a:avLst/>
          </a:prstGeom>
        </p:spPr>
      </p:pic>
    </p:spTree>
    <p:extLst>
      <p:ext uri="{BB962C8B-B14F-4D97-AF65-F5344CB8AC3E}">
        <p14:creationId xmlns:p14="http://schemas.microsoft.com/office/powerpoint/2010/main" xmlns="" val="4247569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xmlns="" id="{73AD41DB-DF9F-49BC-85AE-6AB1840AD5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82FBE824-11BF-0494-7965-2521069DDC66}"/>
              </a:ext>
            </a:extLst>
          </p:cNvPr>
          <p:cNvSpPr>
            <a:spLocks noGrp="1"/>
          </p:cNvSpPr>
          <p:nvPr>
            <p:ph type="title"/>
          </p:nvPr>
        </p:nvSpPr>
        <p:spPr>
          <a:xfrm>
            <a:off x="838200" y="4669978"/>
            <a:ext cx="4391024" cy="1173700"/>
          </a:xfrm>
        </p:spPr>
        <p:txBody>
          <a:bodyPr anchor="t">
            <a:normAutofit/>
          </a:bodyPr>
          <a:lstStyle/>
          <a:p>
            <a:r>
              <a:rPr lang="en-GB" sz="4000" dirty="0">
                <a:solidFill>
                  <a:schemeClr val="bg1"/>
                </a:solidFill>
              </a:rPr>
              <a:t>About N8N </a:t>
            </a:r>
          </a:p>
        </p:txBody>
      </p:sp>
      <p:pic>
        <p:nvPicPr>
          <p:cNvPr id="4" name="Picture 3" descr="A screenshot of a computer&#10;&#10;AI-generated content may be incorrect.">
            <a:extLst>
              <a:ext uri="{FF2B5EF4-FFF2-40B4-BE49-F238E27FC236}">
                <a16:creationId xmlns:a16="http://schemas.microsoft.com/office/drawing/2014/main" xmlns="" id="{77508758-C80A-0994-3CB3-BC7E248EE6E7}"/>
              </a:ext>
            </a:extLst>
          </p:cNvPr>
          <p:cNvPicPr>
            <a:picLocks noChangeAspect="1"/>
          </p:cNvPicPr>
          <p:nvPr/>
        </p:nvPicPr>
        <p:blipFill>
          <a:blip r:embed="rId2"/>
          <a:srcRect t="11237" b="18473"/>
          <a:stretch>
            <a:fillRect/>
          </a:stretch>
        </p:blipFill>
        <p:spPr>
          <a:xfrm>
            <a:off x="20" y="-1"/>
            <a:ext cx="12191980" cy="3984912"/>
          </a:xfrm>
          <a:custGeom>
            <a:avLst/>
            <a:gdLst/>
            <a:ahLst/>
            <a:cxnLst/>
            <a:rect l="l" t="t" r="r" b="b"/>
            <a:pathLst>
              <a:path w="12192000" h="3984912">
                <a:moveTo>
                  <a:pt x="0" y="0"/>
                </a:moveTo>
                <a:lnTo>
                  <a:pt x="12192000" y="0"/>
                </a:lnTo>
                <a:lnTo>
                  <a:pt x="12192000" y="566059"/>
                </a:lnTo>
                <a:lnTo>
                  <a:pt x="12192000" y="794037"/>
                </a:lnTo>
                <a:lnTo>
                  <a:pt x="12192000" y="2336800"/>
                </a:lnTo>
                <a:lnTo>
                  <a:pt x="12192000" y="2631227"/>
                </a:lnTo>
                <a:lnTo>
                  <a:pt x="12192000" y="3908712"/>
                </a:lnTo>
                <a:lnTo>
                  <a:pt x="9439275" y="3984912"/>
                </a:lnTo>
                <a:lnTo>
                  <a:pt x="5572127" y="3737262"/>
                </a:lnTo>
                <a:lnTo>
                  <a:pt x="0" y="3908712"/>
                </a:lnTo>
                <a:lnTo>
                  <a:pt x="0" y="2631227"/>
                </a:lnTo>
                <a:lnTo>
                  <a:pt x="0" y="2336800"/>
                </a:lnTo>
                <a:lnTo>
                  <a:pt x="0" y="794037"/>
                </a:lnTo>
                <a:lnTo>
                  <a:pt x="0" y="566059"/>
                </a:lnTo>
                <a:close/>
              </a:path>
            </a:pathLst>
          </a:custGeom>
        </p:spPr>
      </p:pic>
      <p:grpSp>
        <p:nvGrpSpPr>
          <p:cNvPr id="16" name="Group 15">
            <a:extLst>
              <a:ext uri="{FF2B5EF4-FFF2-40B4-BE49-F238E27FC236}">
                <a16:creationId xmlns:a16="http://schemas.microsoft.com/office/drawing/2014/main" xmlns="" id="{A4AE1828-51FD-4AD7-BCF6-9AF5C696CE5D}"/>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0" y="3528992"/>
            <a:ext cx="12192000" cy="757168"/>
            <a:chOff x="0" y="2959818"/>
            <a:chExt cx="12192000" cy="757168"/>
          </a:xfrm>
        </p:grpSpPr>
        <p:sp>
          <p:nvSpPr>
            <p:cNvPr id="12" name="Freeform: Shape 11">
              <a:extLst>
                <a:ext uri="{FF2B5EF4-FFF2-40B4-BE49-F238E27FC236}">
                  <a16:creationId xmlns:a16="http://schemas.microsoft.com/office/drawing/2014/main" xmlns="" id="{8542C7CD-02BE-4ADE-8D2F-DFB759D71A3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2">
              <a:extLst>
                <a:ext uri="{FF2B5EF4-FFF2-40B4-BE49-F238E27FC236}">
                  <a16:creationId xmlns:a16="http://schemas.microsoft.com/office/drawing/2014/main" xmlns="" id="{840A04EE-8E37-4C28-B09B-A9593A4AAB0C}"/>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3">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Content Placeholder 2">
            <a:extLst>
              <a:ext uri="{FF2B5EF4-FFF2-40B4-BE49-F238E27FC236}">
                <a16:creationId xmlns:a16="http://schemas.microsoft.com/office/drawing/2014/main" xmlns="" id="{6846F5A9-31F6-3326-1C2E-6FB39F471BB4}"/>
              </a:ext>
            </a:extLst>
          </p:cNvPr>
          <p:cNvSpPr>
            <a:spLocks noGrp="1"/>
          </p:cNvSpPr>
          <p:nvPr>
            <p:ph idx="1"/>
          </p:nvPr>
        </p:nvSpPr>
        <p:spPr>
          <a:xfrm>
            <a:off x="3856894" y="4669978"/>
            <a:ext cx="6630620" cy="1945468"/>
          </a:xfrm>
        </p:spPr>
        <p:txBody>
          <a:bodyPr vert="horz" lIns="91440" tIns="45720" rIns="91440" bIns="45720" rtlCol="0" anchor="t">
            <a:normAutofit/>
          </a:bodyPr>
          <a:lstStyle/>
          <a:p>
            <a:pPr marL="0" indent="0">
              <a:buNone/>
            </a:pPr>
            <a:endParaRPr lang="en-GB" sz="1900" dirty="0">
              <a:solidFill>
                <a:schemeClr val="bg1">
                  <a:alpha val="80000"/>
                </a:schemeClr>
              </a:solidFill>
              <a:ea typeface="+mn-lt"/>
              <a:cs typeface="+mn-lt"/>
            </a:endParaRPr>
          </a:p>
          <a:p>
            <a:pPr marL="0" indent="0">
              <a:buNone/>
            </a:pPr>
            <a:r>
              <a:rPr lang="en-GB" sz="1900" dirty="0">
                <a:solidFill>
                  <a:schemeClr val="bg1">
                    <a:alpha val="80000"/>
                  </a:schemeClr>
                </a:solidFill>
                <a:ea typeface="+mn-lt"/>
                <a:cs typeface="+mn-lt"/>
              </a:rPr>
              <a:t>N8N is a workflow automation platform that uniquely combines AI capabilities with business process automation, giving technical teams the flexibility of code with the speed of no-code.</a:t>
            </a:r>
            <a:endParaRPr lang="en-US">
              <a:solidFill>
                <a:schemeClr val="bg1">
                  <a:alpha val="80000"/>
                </a:schemeClr>
              </a:solidFill>
            </a:endParaRPr>
          </a:p>
          <a:p>
            <a:endParaRPr lang="en-GB" sz="1900">
              <a:solidFill>
                <a:schemeClr val="bg1">
                  <a:alpha val="80000"/>
                </a:schemeClr>
              </a:solidFill>
            </a:endParaRPr>
          </a:p>
          <a:p>
            <a:endParaRPr lang="en-GB" sz="1900">
              <a:solidFill>
                <a:schemeClr val="bg1">
                  <a:alpha val="80000"/>
                </a:schemeClr>
              </a:solidFill>
            </a:endParaRPr>
          </a:p>
        </p:txBody>
      </p:sp>
    </p:spTree>
    <p:extLst>
      <p:ext uri="{BB962C8B-B14F-4D97-AF65-F5344CB8AC3E}">
        <p14:creationId xmlns:p14="http://schemas.microsoft.com/office/powerpoint/2010/main" xmlns="" val="802107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Slide Background Fill">
            <a:extLst>
              <a:ext uri="{FF2B5EF4-FFF2-40B4-BE49-F238E27FC236}">
                <a16:creationId xmlns:a16="http://schemas.microsoft.com/office/drawing/2014/main" xmlns="" id="{44D65982-4F00-4330-8DAA-DE6A9E4D6D2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Color Cover">
            <a:extLst>
              <a:ext uri="{FF2B5EF4-FFF2-40B4-BE49-F238E27FC236}">
                <a16:creationId xmlns:a16="http://schemas.microsoft.com/office/drawing/2014/main" xmlns="" id="{009115B9-5BFD-478D-9C87-29ADB3AF172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51"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1" name="Group 50">
            <a:extLst>
              <a:ext uri="{FF2B5EF4-FFF2-40B4-BE49-F238E27FC236}">
                <a16:creationId xmlns:a16="http://schemas.microsoft.com/office/drawing/2014/main" xmlns="" id="{8D57F946-2E03-4DE1-91F8-25BEDC663563}"/>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524" y="-2"/>
            <a:ext cx="2805626" cy="6858000"/>
            <a:chOff x="651279" y="598259"/>
            <a:chExt cx="8809008" cy="5680742"/>
          </a:xfrm>
        </p:grpSpPr>
        <p:sp>
          <p:nvSpPr>
            <p:cNvPr id="13" name="Color">
              <a:extLst>
                <a:ext uri="{FF2B5EF4-FFF2-40B4-BE49-F238E27FC236}">
                  <a16:creationId xmlns:a16="http://schemas.microsoft.com/office/drawing/2014/main" xmlns="" id="{1598881B-E007-4AAF-BA50-0AD61821922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51279" y="598259"/>
              <a:ext cx="8809008"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Color">
              <a:extLst>
                <a:ext uri="{FF2B5EF4-FFF2-40B4-BE49-F238E27FC236}">
                  <a16:creationId xmlns:a16="http://schemas.microsoft.com/office/drawing/2014/main" xmlns="" id="{87A6DD9E-16A5-46AE-A522-D46D6BEDF69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51279" y="598259"/>
              <a:ext cx="8704985"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3" name="Group 52">
            <a:extLst>
              <a:ext uri="{FF2B5EF4-FFF2-40B4-BE49-F238E27FC236}">
                <a16:creationId xmlns:a16="http://schemas.microsoft.com/office/drawing/2014/main" xmlns="" id="{43F5E015-E085-4624-B431-B42414448684}"/>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xmlns="" id="{4DDB60AE-8B9C-4BA0-93DC-F8C9EBF6D8B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xmlns="" id="{9F247760-BE07-41A2-969E-570081E6552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xmlns="" id="{57A70BD2-76FC-4BDD-9E64-3B93D5EF369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xmlns="" id="{AADD9643-5489-42CB-9762-FBAC2AAE9FB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xmlns="" id="{09A2C16E-2745-4E3D-BECC-D66755221E3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4" name="Freeform: Shape 21">
              <a:extLst>
                <a:ext uri="{FF2B5EF4-FFF2-40B4-BE49-F238E27FC236}">
                  <a16:creationId xmlns:a16="http://schemas.microsoft.com/office/drawing/2014/main" xmlns="" id="{52E5A063-571D-4461-9869-B3E93F6E69D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xmlns="" id="{366019AD-E33B-4DBF-BAD3-AE361160316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xmlns="" id="{74BF3784-7CF0-F2B7-B177-566D5519366B}"/>
              </a:ext>
            </a:extLst>
          </p:cNvPr>
          <p:cNvSpPr>
            <a:spLocks noGrp="1"/>
          </p:cNvSpPr>
          <p:nvPr>
            <p:ph type="ctrTitle"/>
          </p:nvPr>
        </p:nvSpPr>
        <p:spPr>
          <a:xfrm rot="16200000">
            <a:off x="-1325880" y="1947672"/>
            <a:ext cx="5961888" cy="2788920"/>
          </a:xfrm>
        </p:spPr>
        <p:txBody>
          <a:bodyPr vert="horz" lIns="91440" tIns="45720" rIns="91440" bIns="45720" rtlCol="0" anchor="ctr">
            <a:normAutofit/>
          </a:bodyPr>
          <a:lstStyle/>
          <a:p>
            <a:pPr algn="l"/>
            <a:r>
              <a:rPr lang="en-US" sz="4800" kern="1200">
                <a:solidFill>
                  <a:schemeClr val="bg1"/>
                </a:solidFill>
                <a:latin typeface="+mj-lt"/>
                <a:ea typeface="+mj-ea"/>
                <a:cs typeface="+mj-cs"/>
              </a:rPr>
              <a:t>Previous Workshops</a:t>
            </a:r>
          </a:p>
        </p:txBody>
      </p:sp>
      <p:sp>
        <p:nvSpPr>
          <p:cNvPr id="3" name="Subtitle 2">
            <a:extLst>
              <a:ext uri="{FF2B5EF4-FFF2-40B4-BE49-F238E27FC236}">
                <a16:creationId xmlns:a16="http://schemas.microsoft.com/office/drawing/2014/main" xmlns="" id="{FAA5E97C-6089-B378-669B-D965233063D2}"/>
              </a:ext>
            </a:extLst>
          </p:cNvPr>
          <p:cNvSpPr>
            <a:spLocks noGrp="1"/>
          </p:cNvSpPr>
          <p:nvPr>
            <p:ph type="subTitle" idx="1"/>
          </p:nvPr>
        </p:nvSpPr>
        <p:spPr>
          <a:xfrm>
            <a:off x="3032982" y="101334"/>
            <a:ext cx="9163877" cy="6633596"/>
          </a:xfrm>
        </p:spPr>
        <p:txBody>
          <a:bodyPr vert="horz" lIns="91440" tIns="45720" rIns="91440" bIns="45720" rtlCol="0" anchor="ctr">
            <a:noAutofit/>
          </a:bodyPr>
          <a:lstStyle/>
          <a:p>
            <a:pPr indent="-228600" algn="l">
              <a:buFont typeface="Arial" panose="020B0604020202020204" pitchFamily="34" charset="0"/>
              <a:buChar char="•"/>
            </a:pPr>
            <a:endParaRPr lang="en-US" sz="1500" dirty="0">
              <a:solidFill>
                <a:schemeClr val="tx2"/>
              </a:solidFill>
            </a:endParaRPr>
          </a:p>
          <a:p>
            <a:pPr algn="l"/>
            <a:endParaRPr lang="en-US" sz="1800" b="1" dirty="0">
              <a:solidFill>
                <a:schemeClr val="bg1"/>
              </a:solidFill>
              <a:highlight>
                <a:srgbClr val="800080"/>
              </a:highlight>
              <a:latin typeface="Times New Roman"/>
              <a:cs typeface="Times New Roman"/>
            </a:endParaRPr>
          </a:p>
          <a:p>
            <a:pPr algn="l"/>
            <a:r>
              <a:rPr lang="en-US" sz="1800" b="1" dirty="0">
                <a:solidFill>
                  <a:schemeClr val="bg1"/>
                </a:solidFill>
                <a:highlight>
                  <a:srgbClr val="800080"/>
                </a:highlight>
                <a:latin typeface="Times New Roman"/>
                <a:cs typeface="Times New Roman"/>
              </a:rPr>
              <a:t>Resume Building Bootcamp for </a:t>
            </a:r>
            <a:r>
              <a:rPr lang="en-US" sz="1800" b="1" dirty="0" err="1">
                <a:solidFill>
                  <a:schemeClr val="bg1"/>
                </a:solidFill>
                <a:highlight>
                  <a:srgbClr val="800080"/>
                </a:highlight>
                <a:latin typeface="Times New Roman"/>
                <a:cs typeface="Times New Roman"/>
              </a:rPr>
              <a:t>DataAnalytics,BA,DataScience&amp;GENAI</a:t>
            </a:r>
            <a:r>
              <a:rPr lang="en-US" sz="1800" b="1" dirty="0">
                <a:solidFill>
                  <a:schemeClr val="bg1"/>
                </a:solidFill>
                <a:highlight>
                  <a:srgbClr val="800080"/>
                </a:highlight>
                <a:latin typeface="Times New Roman"/>
                <a:cs typeface="Times New Roman"/>
              </a:rPr>
              <a:t> Roles ➔</a:t>
            </a:r>
            <a:endParaRPr lang="en-US">
              <a:solidFill>
                <a:schemeClr val="bg1"/>
              </a:solidFill>
            </a:endParaRPr>
          </a:p>
          <a:p>
            <a:pPr algn="l"/>
            <a:r>
              <a:rPr lang="en-US" sz="1800" dirty="0">
                <a:solidFill>
                  <a:schemeClr val="tx2"/>
                </a:solidFill>
                <a:ea typeface="+mn-lt"/>
                <a:cs typeface="+mn-lt"/>
                <a:hlinkClick r:id="rId2">
                  <a:extLst>
                    <a:ext uri="{A12FA001-AC4F-418D-AE19-62706E023703}">
                      <ahyp:hlinkClr xmlns:ahyp="http://schemas.microsoft.com/office/drawing/2018/hyperlinkcolor" xmlns="" val="tx"/>
                    </a:ext>
                  </a:extLst>
                </a:hlinkClick>
              </a:rPr>
              <a:t>https://www.youtube.com/playlist?list=PLVlQHNRLflP-SaPff3325gkISMHEznEix</a:t>
            </a:r>
            <a:endParaRPr lang="en-US" sz="1800" dirty="0">
              <a:solidFill>
                <a:schemeClr val="tx2"/>
              </a:solidFill>
            </a:endParaRPr>
          </a:p>
          <a:p>
            <a:pPr algn="l"/>
            <a:endParaRPr lang="en-US" sz="1800" dirty="0">
              <a:solidFill>
                <a:schemeClr val="tx2"/>
              </a:solidFill>
              <a:latin typeface="Aptos"/>
              <a:cs typeface="Times New Roman"/>
            </a:endParaRPr>
          </a:p>
          <a:p>
            <a:pPr algn="l"/>
            <a:r>
              <a:rPr lang="en-US" sz="1800" b="1" dirty="0">
                <a:solidFill>
                  <a:schemeClr val="bg1"/>
                </a:solidFill>
                <a:highlight>
                  <a:srgbClr val="800080"/>
                </a:highlight>
                <a:latin typeface="Times New Roman"/>
                <a:cs typeface="Times New Roman"/>
              </a:rPr>
              <a:t>Agentic AI➔</a:t>
            </a:r>
          </a:p>
          <a:p>
            <a:pPr algn="l"/>
            <a:r>
              <a:rPr lang="en-US" sz="1800" dirty="0">
                <a:solidFill>
                  <a:schemeClr val="tx2"/>
                </a:solidFill>
                <a:ea typeface="+mn-lt"/>
                <a:cs typeface="+mn-lt"/>
                <a:hlinkClick r:id="rId3">
                  <a:extLst>
                    <a:ext uri="{A12FA001-AC4F-418D-AE19-62706E023703}">
                      <ahyp:hlinkClr xmlns:ahyp="http://schemas.microsoft.com/office/drawing/2018/hyperlinkcolor" xmlns="" val="tx"/>
                    </a:ext>
                  </a:extLst>
                </a:hlinkClick>
              </a:rPr>
              <a:t>https://www.youtube.com/playlist?list=PLVlQHNRLflP8Pt3wVlRWRaXZXi79cIwSq</a:t>
            </a:r>
            <a:endParaRPr lang="en-US" sz="1800" dirty="0">
              <a:solidFill>
                <a:schemeClr val="tx2"/>
              </a:solidFill>
            </a:endParaRPr>
          </a:p>
          <a:p>
            <a:pPr algn="l"/>
            <a:endParaRPr lang="en-US" sz="1800" dirty="0">
              <a:solidFill>
                <a:schemeClr val="tx2"/>
              </a:solidFill>
              <a:ea typeface="+mn-lt"/>
              <a:cs typeface="+mn-lt"/>
            </a:endParaRPr>
          </a:p>
          <a:p>
            <a:pPr algn="l"/>
            <a:r>
              <a:rPr lang="en-US" sz="1800" b="1" err="1">
                <a:solidFill>
                  <a:schemeClr val="bg1"/>
                </a:solidFill>
                <a:highlight>
                  <a:srgbClr val="800080"/>
                </a:highlight>
                <a:latin typeface="Times New Roman"/>
                <a:cs typeface="Times New Roman"/>
              </a:rPr>
              <a:t>DataAnalytics</a:t>
            </a:r>
            <a:r>
              <a:rPr lang="en-US" sz="1800" b="1" dirty="0">
                <a:solidFill>
                  <a:schemeClr val="bg1"/>
                </a:solidFill>
                <a:highlight>
                  <a:srgbClr val="800080"/>
                </a:highlight>
                <a:latin typeface="Times New Roman"/>
                <a:cs typeface="Times New Roman"/>
              </a:rPr>
              <a:t> &amp; Business Analytics➔</a:t>
            </a:r>
          </a:p>
          <a:p>
            <a:pPr algn="l"/>
            <a:r>
              <a:rPr lang="en-US" sz="1800" dirty="0">
                <a:solidFill>
                  <a:schemeClr val="tx2"/>
                </a:solidFill>
                <a:ea typeface="+mn-lt"/>
                <a:cs typeface="+mn-lt"/>
                <a:hlinkClick r:id="rId4">
                  <a:extLst>
                    <a:ext uri="{A12FA001-AC4F-418D-AE19-62706E023703}">
                      <ahyp:hlinkClr xmlns:ahyp="http://schemas.microsoft.com/office/drawing/2018/hyperlinkcolor" xmlns="" val="tx"/>
                    </a:ext>
                  </a:extLst>
                </a:hlinkClick>
              </a:rPr>
              <a:t>https://www.youtube.com/playlist?list=PLVlQHNRLflP-BgYmMlM8YQpvQM2J99HE0</a:t>
            </a:r>
            <a:endParaRPr lang="en-US" sz="1800" dirty="0">
              <a:solidFill>
                <a:schemeClr val="tx2"/>
              </a:solidFill>
            </a:endParaRPr>
          </a:p>
          <a:p>
            <a:pPr algn="l"/>
            <a:endParaRPr lang="en-US" sz="1800" dirty="0">
              <a:solidFill>
                <a:schemeClr val="tx2"/>
              </a:solidFill>
              <a:latin typeface="Aptos"/>
              <a:cs typeface="Times New Roman"/>
            </a:endParaRPr>
          </a:p>
          <a:p>
            <a:pPr algn="l"/>
            <a:r>
              <a:rPr lang="en-US" sz="1800" b="1" dirty="0">
                <a:solidFill>
                  <a:schemeClr val="bg1"/>
                </a:solidFill>
                <a:highlight>
                  <a:srgbClr val="800080"/>
                </a:highlight>
                <a:latin typeface="Times New Roman"/>
                <a:cs typeface="Times New Roman"/>
              </a:rPr>
              <a:t>Generative AI➔</a:t>
            </a:r>
          </a:p>
          <a:p>
            <a:pPr algn="l"/>
            <a:r>
              <a:rPr lang="en-US" sz="1800" dirty="0">
                <a:solidFill>
                  <a:schemeClr val="tx2"/>
                </a:solidFill>
                <a:ea typeface="+mn-lt"/>
                <a:cs typeface="+mn-lt"/>
                <a:hlinkClick r:id="rId5">
                  <a:extLst>
                    <a:ext uri="{A12FA001-AC4F-418D-AE19-62706E023703}">
                      <ahyp:hlinkClr xmlns:ahyp="http://schemas.microsoft.com/office/drawing/2018/hyperlinkcolor" xmlns="" val="tx"/>
                    </a:ext>
                  </a:extLst>
                </a:hlinkClick>
              </a:rPr>
              <a:t>https://www.youtube.com/playlist?list=PLVlQHNRLflP81c99eg7UhkVZxwPvhTddM</a:t>
            </a:r>
            <a:endParaRPr lang="en-US" sz="1800">
              <a:solidFill>
                <a:schemeClr val="tx2"/>
              </a:solidFill>
              <a:hlinkClick r:id="" action="ppaction://noaction">
                <a:extLst>
                  <a:ext uri="{A12FA001-AC4F-418D-AE19-62706E023703}">
                    <ahyp:hlinkClr xmlns:ahyp="http://schemas.microsoft.com/office/drawing/2018/hyperlinkcolor" xmlns="" val="tx"/>
                  </a:ext>
                </a:extLst>
              </a:hlinkClick>
            </a:endParaRPr>
          </a:p>
          <a:p>
            <a:pPr indent="-228600" algn="l">
              <a:buChar char="•"/>
            </a:pPr>
            <a:endParaRPr lang="en-US" sz="1800" dirty="0">
              <a:solidFill>
                <a:schemeClr val="tx2"/>
              </a:solidFill>
              <a:cs typeface="Times New Roman"/>
            </a:endParaRPr>
          </a:p>
          <a:p>
            <a:pPr algn="l"/>
            <a:r>
              <a:rPr lang="en-US" sz="1800" b="1" dirty="0">
                <a:solidFill>
                  <a:schemeClr val="bg1"/>
                </a:solidFill>
                <a:highlight>
                  <a:srgbClr val="800080"/>
                </a:highlight>
                <a:latin typeface="Times New Roman"/>
                <a:cs typeface="Times New Roman"/>
              </a:rPr>
              <a:t>AZUR AI (Cognitive Services for Data Scientist)➔</a:t>
            </a:r>
          </a:p>
          <a:p>
            <a:pPr algn="l"/>
            <a:r>
              <a:rPr lang="en-US" sz="1800" dirty="0">
                <a:solidFill>
                  <a:schemeClr val="tx2"/>
                </a:solidFill>
                <a:ea typeface="+mn-lt"/>
                <a:cs typeface="+mn-lt"/>
                <a:hlinkClick r:id="rId6">
                  <a:extLst>
                    <a:ext uri="{A12FA001-AC4F-418D-AE19-62706E023703}">
                      <ahyp:hlinkClr xmlns:ahyp="http://schemas.microsoft.com/office/drawing/2018/hyperlinkcolor" xmlns="" val="tx"/>
                    </a:ext>
                  </a:extLst>
                </a:hlinkClick>
              </a:rPr>
              <a:t>https://www.youtube.com/playlist?list=PLVlQHNRLflP8JthpjvJFaofUkJS1A7qa1</a:t>
            </a:r>
            <a:endParaRPr lang="en-US" sz="1800">
              <a:solidFill>
                <a:schemeClr val="tx2"/>
              </a:solidFill>
              <a:hlinkClick r:id="" action="ppaction://noaction">
                <a:extLst>
                  <a:ext uri="{A12FA001-AC4F-418D-AE19-62706E023703}">
                    <ahyp:hlinkClr xmlns:ahyp="http://schemas.microsoft.com/office/drawing/2018/hyperlinkcolor" xmlns="" val="tx"/>
                  </a:ext>
                </a:extLst>
              </a:hlinkClick>
            </a:endParaRPr>
          </a:p>
          <a:p>
            <a:pPr algn="l"/>
            <a:endParaRPr lang="en-US" sz="1500" dirty="0">
              <a:solidFill>
                <a:schemeClr val="tx2"/>
              </a:solidFill>
            </a:endParaRPr>
          </a:p>
          <a:p>
            <a:pPr indent="-228600" algn="l">
              <a:buChar char="•"/>
            </a:pPr>
            <a:endParaRPr lang="en-US" sz="1500">
              <a:solidFill>
                <a:schemeClr val="tx2"/>
              </a:solidFill>
            </a:endParaRPr>
          </a:p>
        </p:txBody>
      </p:sp>
    </p:spTree>
    <p:extLst>
      <p:ext uri="{BB962C8B-B14F-4D97-AF65-F5344CB8AC3E}">
        <p14:creationId xmlns:p14="http://schemas.microsoft.com/office/powerpoint/2010/main" xmlns="" val="4048173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3A930249-8242-4E2B-AF17-C0182648832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xmlns="" id="{A5BDD999-C5E1-4B3E-A710-76867381916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endParaRPr>
          </a:p>
        </p:txBody>
      </p:sp>
      <p:pic>
        <p:nvPicPr>
          <p:cNvPr id="5" name="Picture 4" descr="Two swans on a lake">
            <a:extLst>
              <a:ext uri="{FF2B5EF4-FFF2-40B4-BE49-F238E27FC236}">
                <a16:creationId xmlns:a16="http://schemas.microsoft.com/office/drawing/2014/main" xmlns="" id="{17FBA99A-FD4E-772A-B3C1-DFB7A48AC931}"/>
              </a:ext>
            </a:extLst>
          </p:cNvPr>
          <p:cNvPicPr>
            <a:picLocks noChangeAspect="1"/>
          </p:cNvPicPr>
          <p:nvPr/>
        </p:nvPicPr>
        <p:blipFill>
          <a:blip r:embed="rId2">
            <a:alphaModFix amt="60000"/>
          </a:blip>
          <a:srcRect l="9006" r="8266" b="-3"/>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xmlns="" id="{21AD0D4C-662F-534A-EE97-936E0C0ADEF6}"/>
              </a:ext>
            </a:extLst>
          </p:cNvPr>
          <p:cNvSpPr>
            <a:spLocks noGrp="1"/>
          </p:cNvSpPr>
          <p:nvPr>
            <p:ph type="ctrTitle"/>
          </p:nvPr>
        </p:nvSpPr>
        <p:spPr>
          <a:xfrm>
            <a:off x="1198181" y="483628"/>
            <a:ext cx="2836785" cy="1010540"/>
          </a:xfrm>
        </p:spPr>
        <p:txBody>
          <a:bodyPr>
            <a:normAutofit/>
          </a:bodyPr>
          <a:lstStyle/>
          <a:p>
            <a:r>
              <a:rPr lang="en-GB" sz="5200">
                <a:solidFill>
                  <a:srgbClr val="FFFFFF"/>
                </a:solidFill>
              </a:rPr>
              <a:t>Q &amp; A</a:t>
            </a:r>
          </a:p>
        </p:txBody>
      </p:sp>
      <p:sp>
        <p:nvSpPr>
          <p:cNvPr id="3" name="Subtitle 2">
            <a:extLst>
              <a:ext uri="{FF2B5EF4-FFF2-40B4-BE49-F238E27FC236}">
                <a16:creationId xmlns:a16="http://schemas.microsoft.com/office/drawing/2014/main" xmlns="" id="{6EC62650-4887-E255-B31D-2916FBE0FE95}"/>
              </a:ext>
            </a:extLst>
          </p:cNvPr>
          <p:cNvSpPr>
            <a:spLocks noGrp="1"/>
          </p:cNvSpPr>
          <p:nvPr>
            <p:ph type="subTitle" idx="1"/>
          </p:nvPr>
        </p:nvSpPr>
        <p:spPr>
          <a:xfrm>
            <a:off x="6913181" y="97059"/>
            <a:ext cx="5167607" cy="1620014"/>
          </a:xfrm>
        </p:spPr>
        <p:txBody>
          <a:bodyPr vert="horz" lIns="91440" tIns="45720" rIns="91440" bIns="45720" rtlCol="0" anchor="t">
            <a:normAutofit/>
          </a:bodyPr>
          <a:lstStyle/>
          <a:p>
            <a:r>
              <a:rPr lang="en-GB" dirty="0">
                <a:solidFill>
                  <a:srgbClr val="FFFFFF"/>
                </a:solidFill>
                <a:latin typeface="Aptos Display"/>
              </a:rPr>
              <a:t>Like = 200</a:t>
            </a:r>
            <a:r>
              <a:rPr lang="en-GB" dirty="0">
                <a:latin typeface="Aptos Display"/>
              </a:rPr>
              <a:t/>
            </a:r>
            <a:br>
              <a:rPr lang="en-GB" dirty="0">
                <a:latin typeface="Aptos Display"/>
              </a:rPr>
            </a:br>
            <a:r>
              <a:rPr lang="en-GB" dirty="0">
                <a:solidFill>
                  <a:srgbClr val="FFFFFF"/>
                </a:solidFill>
                <a:latin typeface="Aptos Display"/>
              </a:rPr>
              <a:t>comment = 100 </a:t>
            </a:r>
            <a:r>
              <a:rPr lang="en-GB" dirty="0">
                <a:latin typeface="Aptos Display"/>
              </a:rPr>
              <a:t/>
            </a:r>
            <a:br>
              <a:rPr lang="en-GB" dirty="0">
                <a:latin typeface="Aptos Display"/>
              </a:rPr>
            </a:br>
            <a:r>
              <a:rPr lang="en-GB" dirty="0">
                <a:solidFill>
                  <a:srgbClr val="FFFFFF"/>
                </a:solidFill>
                <a:latin typeface="Aptos Display"/>
              </a:rPr>
              <a:t>Share to your friends</a:t>
            </a:r>
            <a:endParaRPr lang="en-US" dirty="0" err="1">
              <a:solidFill>
                <a:srgbClr val="FFFFFF"/>
              </a:solidFill>
              <a:latin typeface="Aptos" panose="020B0004020202020204"/>
            </a:endParaRPr>
          </a:p>
          <a:p>
            <a:r>
              <a:rPr lang="en-GB" dirty="0">
                <a:solidFill>
                  <a:srgbClr val="FFFFFF"/>
                </a:solidFill>
                <a:latin typeface="Aptos Display"/>
              </a:rPr>
              <a:t>Reach me on LinkedIn for any query</a:t>
            </a:r>
            <a:endParaRPr lang="en-US" dirty="0">
              <a:solidFill>
                <a:srgbClr val="FFFFFF"/>
              </a:solidFill>
            </a:endParaRPr>
          </a:p>
        </p:txBody>
      </p:sp>
    </p:spTree>
    <p:extLst>
      <p:ext uri="{BB962C8B-B14F-4D97-AF65-F5344CB8AC3E}">
        <p14:creationId xmlns:p14="http://schemas.microsoft.com/office/powerpoint/2010/main" xmlns="" val="13683283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511</Words>
  <Application>Microsoft Office PowerPoint</Application>
  <PresentationFormat>Custom</PresentationFormat>
  <Paragraphs>80</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NANO BANANA INTEGRATION WITH N8N AGENT</vt:lpstr>
      <vt:lpstr>AGENDA </vt:lpstr>
      <vt:lpstr>What is Nano Banana?</vt:lpstr>
      <vt:lpstr>NANO BANANA REAL TIME USE CASE</vt:lpstr>
      <vt:lpstr>Explore more about Nano Banana  </vt:lpstr>
      <vt:lpstr>Prompts with Image</vt:lpstr>
      <vt:lpstr>Nano Banana using Google AI Studio</vt:lpstr>
      <vt:lpstr>Slide 8</vt:lpstr>
      <vt:lpstr>About N8N </vt:lpstr>
      <vt:lpstr>Previous Workshops</vt:lpstr>
      <vt:lpstr>Q &amp; A</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NANO BANANA INTEGRATION WITH N8N AGENT</dc:title>
  <dc:creator/>
  <cp:lastModifiedBy>Admin</cp:lastModifiedBy>
  <cp:revision>586</cp:revision>
  <dcterms:created xsi:type="dcterms:W3CDTF">2025-09-20T16:14:01Z</dcterms:created>
  <dcterms:modified xsi:type="dcterms:W3CDTF">2025-09-20T19:56:32Z</dcterms:modified>
</cp:coreProperties>
</file>